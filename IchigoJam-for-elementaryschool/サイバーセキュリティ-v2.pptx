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ヒラギノ角ゴ ProN W3"/>
        <a:ea typeface="ヒラギノ角ゴ ProN W3"/>
        <a:cs typeface="ヒラギノ角ゴ ProN W3"/>
        <a:sym typeface="ヒラギノ角ゴ ProN W3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ヒラギノ角ゴ ProN W3"/>
          <a:ea typeface="ヒラギノ角ゴ ProN W3"/>
          <a:cs typeface="ヒラギノ角ゴ ProN W3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7" name="Shape 20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1pPr>
    <a:lvl2pPr indent="2286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2pPr>
    <a:lvl3pPr indent="4572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3pPr>
    <a:lvl4pPr indent="6858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4pPr>
    <a:lvl5pPr indent="9144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5pPr>
    <a:lvl6pPr indent="11430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6pPr>
    <a:lvl7pPr indent="13716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7pPr>
    <a:lvl8pPr indent="16002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8pPr>
    <a:lvl9pPr indent="1828800" defTabSz="457200" latinLnBrk="0">
      <a:lnSpc>
        <a:spcPct val="117999"/>
      </a:lnSpc>
      <a:defRPr sz="2200">
        <a:latin typeface="ヒラギノ角ゴ ProN W3"/>
        <a:ea typeface="ヒラギノ角ゴ ProN W3"/>
        <a:cs typeface="ヒラギノ角ゴ ProN W3"/>
        <a:sym typeface="ヒラギノ角ゴ ProN W3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と日付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作者と日付</a:t>
            </a:r>
          </a:p>
        </p:txBody>
      </p:sp>
      <p:sp>
        <p:nvSpPr>
          <p:cNvPr id="12" name="プレゼンテーションのタイトル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プレゼンテーションのタイトル</a:t>
            </a:r>
          </a:p>
        </p:txBody>
      </p:sp>
      <p:sp>
        <p:nvSpPr>
          <p:cNvPr id="13" name="本文レベル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プレゼンテーションのサブタイトル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&amp;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アボカドとライム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プレゼンテーションのタイトル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プレゼンテーションのタイトル</a:t>
            </a:r>
          </a:p>
        </p:txBody>
      </p:sp>
      <p:sp>
        <p:nvSpPr>
          <p:cNvPr id="23" name="作者と日付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作者と日付</a:t>
            </a:r>
          </a:p>
        </p:txBody>
      </p:sp>
      <p:sp>
        <p:nvSpPr>
          <p:cNvPr id="24" name="本文レベル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プレゼンテーションのサブタイトル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&amp;画像（代替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サーモンケーキ、サラダ、フムスが入ったボウル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スライドのタイトル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スライドのタイトル</a:t>
            </a:r>
          </a:p>
        </p:txBody>
      </p:sp>
      <p:sp>
        <p:nvSpPr>
          <p:cNvPr id="34" name="本文レベル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スライドのサブタイトル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スライド番号"/>
          <p:cNvSpPr txBox="1"/>
          <p:nvPr>
            <p:ph type="sldNum" sz="quarter" idx="2"/>
          </p:nvPr>
        </p:nvSpPr>
        <p:spPr>
          <a:xfrm>
            <a:off x="11978411" y="13129632"/>
            <a:ext cx="414681" cy="3302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&amp;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スライドのタイトル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43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44" name="本文レベル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本文レベル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、箇条書き、画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61" name="本文レベル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パセリバター、煎りヘーゼルナッツ、削ったパルメザンチーズがかかったパッパルデッレパスタ1皿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64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セクショ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セクションタイトル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pc="-232" sz="116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</a:lstStyle>
          <a:p>
            <a:pPr/>
            <a:r>
              <a:t>セクションタイトル</a:t>
            </a:r>
          </a:p>
        </p:txBody>
      </p:sp>
      <p:sp>
        <p:nvSpPr>
          <p:cNvPr id="72" name="スライド番号"/>
          <p:cNvSpPr txBox="1"/>
          <p:nvPr>
            <p:ph type="sldNum" sz="quarter" idx="2"/>
          </p:nvPr>
        </p:nvSpPr>
        <p:spPr>
          <a:xfrm>
            <a:off x="11978411" y="13129632"/>
            <a:ext cx="414681" cy="3302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スライドのタイトル</a:t>
            </a:r>
          </a:p>
        </p:txBody>
      </p:sp>
      <p:sp>
        <p:nvSpPr>
          <p:cNvPr id="80" name="スライド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スライドのサブタイトル</a:t>
            </a:r>
          </a:p>
        </p:txBody>
      </p:sp>
      <p:sp>
        <p:nvSpPr>
          <p:cNvPr id="8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議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議題のタイトル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議題のタイトル</a:t>
            </a:r>
          </a:p>
        </p:txBody>
      </p:sp>
      <p:sp>
        <p:nvSpPr>
          <p:cNvPr id="89" name="議題のサブタイトル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議題のサブタイトル</a:t>
            </a:r>
          </a:p>
        </p:txBody>
      </p:sp>
      <p:sp>
        <p:nvSpPr>
          <p:cNvPr id="90" name="本文レベル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議題のトピック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ステートメン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本文レベル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/>
            </a:lvl5pPr>
          </a:lstStyle>
          <a:p>
            <a:pPr/>
            <a:r>
              <a:t>ステートメント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ビッグファク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本文レベル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50" sz="25000"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ファクト情報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ファクト情報</a:t>
            </a:r>
          </a:p>
        </p:txBody>
      </p:sp>
      <p:sp>
        <p:nvSpPr>
          <p:cNvPr id="108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引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属性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属性</a:t>
            </a:r>
          </a:p>
        </p:txBody>
      </p:sp>
      <p:sp>
        <p:nvSpPr>
          <p:cNvPr id="116" name="本文レベル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/>
            </a:lvl1pPr>
            <a:lvl2pPr marL="638923" indent="-12700">
              <a:spcBef>
                <a:spcPts val="0"/>
              </a:spcBef>
              <a:buSzTx/>
              <a:buNone/>
              <a:defRPr spc="-170" sz="8500"/>
            </a:lvl2pPr>
            <a:lvl3pPr marL="638923" indent="444500">
              <a:spcBef>
                <a:spcPts val="0"/>
              </a:spcBef>
              <a:buSzTx/>
              <a:buNone/>
              <a:defRPr spc="-170" sz="8500"/>
            </a:lvl3pPr>
            <a:lvl4pPr marL="638923" indent="901700">
              <a:spcBef>
                <a:spcPts val="0"/>
              </a:spcBef>
              <a:buSzTx/>
              <a:buNone/>
              <a:defRPr spc="-170" sz="8500"/>
            </a:lvl4pPr>
            <a:lvl5pPr marL="638923" indent="1358900">
              <a:spcBef>
                <a:spcPts val="0"/>
              </a:spcBef>
              <a:buSzTx/>
              <a:buNone/>
              <a:defRPr spc="-170" sz="8500"/>
            </a:lvl5pPr>
          </a:lstStyle>
          <a:p>
            <a:pPr/>
            <a:r>
              <a:t>“重要な引用”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画像（3点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炒飯、ゆで卵、箸が添えられたボウル1杯のサラダ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サーモンケーキ、サラダ、フムスが入ったボウル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パセリバター、煎りヘーゼルナッツ、削ったパルメザンチーズがかかったパッパルデッレパスタ1皿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写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炒飯、ゆで卵、箸が添えられたボウル1杯のサラダ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スライド番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タイトルテキスト"/>
          <p:cNvSpPr txBox="1"/>
          <p:nvPr>
            <p:ph type="title"/>
          </p:nvPr>
        </p:nvSpPr>
        <p:spPr>
          <a:xfrm>
            <a:off x="6338589" y="2183308"/>
            <a:ext cx="11706822" cy="2277071"/>
          </a:xfrm>
          <a:prstGeom prst="rect">
            <a:avLst/>
          </a:prstGeom>
        </p:spPr>
        <p:txBody>
          <a:bodyPr lIns="53578" tIns="53578" rIns="53578" bIns="53578" anchor="ctr"/>
          <a:lstStyle>
            <a:lvl1pPr algn="ctr" defTabSz="821531">
              <a:lnSpc>
                <a:spcPct val="100000"/>
              </a:lnSpc>
              <a:defRPr spc="0" sz="10800">
                <a:solidFill>
                  <a:srgbClr val="044C49"/>
                </a:solidFill>
              </a:defRPr>
            </a:lvl1pPr>
          </a:lstStyle>
          <a:p>
            <a:pPr/>
            <a:r>
              <a:t>タイトルテキスト</a:t>
            </a:r>
          </a:p>
        </p:txBody>
      </p:sp>
      <p:sp>
        <p:nvSpPr>
          <p:cNvPr id="150" name="本文レベル1…"/>
          <p:cNvSpPr txBox="1"/>
          <p:nvPr>
            <p:ph type="body" sz="half" idx="1"/>
          </p:nvPr>
        </p:nvSpPr>
        <p:spPr>
          <a:xfrm>
            <a:off x="6338589" y="4460378"/>
            <a:ext cx="11706822" cy="6630295"/>
          </a:xfrm>
          <a:prstGeom prst="rect">
            <a:avLst/>
          </a:prstGeom>
        </p:spPr>
        <p:txBody>
          <a:bodyPr lIns="53578" tIns="53578" rIns="53578" bIns="53578" anchor="ctr"/>
          <a:lstStyle>
            <a:lvl1pPr marL="567972" indent="-567972" defTabSz="821531">
              <a:lnSpc>
                <a:spcPct val="100000"/>
              </a:lnSpc>
              <a:spcBef>
                <a:spcPts val="5900"/>
              </a:spcBef>
              <a:buSzPct val="75000"/>
              <a:defRPr sz="4600">
                <a:solidFill>
                  <a:srgbClr val="044C49"/>
                </a:solidFill>
                <a:latin typeface="+mn-lt"/>
                <a:ea typeface="+mn-ea"/>
                <a:cs typeface="+mn-cs"/>
                <a:sym typeface="ヒラギノ角ゴ ProN W6"/>
              </a:defRPr>
            </a:lvl1pPr>
            <a:lvl2pPr marL="1012472" indent="-567972" defTabSz="821531">
              <a:lnSpc>
                <a:spcPct val="100000"/>
              </a:lnSpc>
              <a:spcBef>
                <a:spcPts val="5900"/>
              </a:spcBef>
              <a:buSzPct val="75000"/>
              <a:defRPr sz="4600">
                <a:solidFill>
                  <a:srgbClr val="044C49"/>
                </a:solidFill>
                <a:latin typeface="+mn-lt"/>
                <a:ea typeface="+mn-ea"/>
                <a:cs typeface="+mn-cs"/>
                <a:sym typeface="ヒラギノ角ゴ ProN W6"/>
              </a:defRPr>
            </a:lvl2pPr>
            <a:lvl3pPr marL="1456972" indent="-567972" defTabSz="821531">
              <a:lnSpc>
                <a:spcPct val="100000"/>
              </a:lnSpc>
              <a:spcBef>
                <a:spcPts val="5900"/>
              </a:spcBef>
              <a:buSzPct val="75000"/>
              <a:defRPr sz="4600">
                <a:solidFill>
                  <a:srgbClr val="044C49"/>
                </a:solidFill>
                <a:latin typeface="+mn-lt"/>
                <a:ea typeface="+mn-ea"/>
                <a:cs typeface="+mn-cs"/>
                <a:sym typeface="ヒラギノ角ゴ ProN W6"/>
              </a:defRPr>
            </a:lvl3pPr>
            <a:lvl4pPr marL="1901472" indent="-567972" defTabSz="821531">
              <a:lnSpc>
                <a:spcPct val="100000"/>
              </a:lnSpc>
              <a:spcBef>
                <a:spcPts val="5900"/>
              </a:spcBef>
              <a:buSzPct val="75000"/>
              <a:defRPr sz="4600">
                <a:solidFill>
                  <a:srgbClr val="044C49"/>
                </a:solidFill>
                <a:latin typeface="+mn-lt"/>
                <a:ea typeface="+mn-ea"/>
                <a:cs typeface="+mn-cs"/>
                <a:sym typeface="ヒラギノ角ゴ ProN W6"/>
              </a:defRPr>
            </a:lvl4pPr>
            <a:lvl5pPr marL="2345972" indent="-567972" defTabSz="821531">
              <a:lnSpc>
                <a:spcPct val="100000"/>
              </a:lnSpc>
              <a:spcBef>
                <a:spcPts val="5900"/>
              </a:spcBef>
              <a:buSzPct val="75000"/>
              <a:defRPr sz="4600">
                <a:solidFill>
                  <a:srgbClr val="044C49"/>
                </a:solidFill>
                <a:latin typeface="+mn-lt"/>
                <a:ea typeface="+mn-ea"/>
                <a:cs typeface="+mn-cs"/>
                <a:sym typeface="ヒラギノ角ゴ ProN W6"/>
              </a:defRPr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51" name="四角形"/>
          <p:cNvSpPr/>
          <p:nvPr/>
        </p:nvSpPr>
        <p:spPr>
          <a:xfrm>
            <a:off x="-38035" y="13461711"/>
            <a:ext cx="24460069" cy="346969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53578" tIns="53578" rIns="53578" bIns="53578" anchor="ctr"/>
          <a:lstStyle/>
          <a:p>
            <a:pPr defTabSz="821531"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ヒラギノ角ゴ ProN W6"/>
              </a:defRPr>
            </a:pPr>
          </a:p>
        </p:txBody>
      </p:sp>
      <p:sp>
        <p:nvSpPr>
          <p:cNvPr id="152" name="四角形"/>
          <p:cNvSpPr/>
          <p:nvPr/>
        </p:nvSpPr>
        <p:spPr>
          <a:xfrm>
            <a:off x="-25762" y="-25401"/>
            <a:ext cx="24529085" cy="346969"/>
          </a:xfrm>
          <a:prstGeom prst="rect">
            <a:avLst/>
          </a:prstGeom>
          <a:blipFill>
            <a:blip r:embed="rId3"/>
          </a:blipFill>
          <a:ln w="12700">
            <a:miter lim="400000"/>
          </a:ln>
        </p:spPr>
        <p:txBody>
          <a:bodyPr lIns="53578" tIns="53578" rIns="53578" bIns="53578" anchor="ctr"/>
          <a:lstStyle/>
          <a:p>
            <a:pPr defTabSz="821531"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ヒラギノ角ゴ ProN W6"/>
              </a:defRPr>
            </a:pPr>
          </a:p>
        </p:txBody>
      </p:sp>
      <p:sp>
        <p:nvSpPr>
          <p:cNvPr id="153" name="スライド番号"/>
          <p:cNvSpPr txBox="1"/>
          <p:nvPr>
            <p:ph type="sldNum" sz="quarter" idx="2"/>
          </p:nvPr>
        </p:nvSpPr>
        <p:spPr>
          <a:xfrm>
            <a:off x="3051290" y="298894"/>
            <a:ext cx="515284" cy="538957"/>
          </a:xfrm>
          <a:prstGeom prst="rect">
            <a:avLst/>
          </a:prstGeom>
        </p:spPr>
        <p:txBody>
          <a:bodyPr lIns="53578" tIns="53578" rIns="53578" bIns="53578" anchor="t"/>
          <a:lstStyle>
            <a:lvl1pPr defTabSz="821531"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 &amp; 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タイトルテキスト"/>
          <p:cNvSpPr txBox="1"/>
          <p:nvPr>
            <p:ph type="title"/>
          </p:nvPr>
        </p:nvSpPr>
        <p:spPr>
          <a:xfrm>
            <a:off x="4387453" y="625078"/>
            <a:ext cx="15609094" cy="3036094"/>
          </a:xfrm>
          <a:prstGeom prst="rect">
            <a:avLst/>
          </a:prstGeom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defRPr spc="0" sz="11200">
                <a:latin typeface="ヒラギノ角ゴ ProN W3"/>
                <a:ea typeface="ヒラギノ角ゴ ProN W3"/>
                <a:cs typeface="ヒラギノ角ゴ ProN W3"/>
                <a:sym typeface="ヒラギノ角ゴ ProN W3"/>
              </a:defRPr>
            </a:lvl1pPr>
          </a:lstStyle>
          <a:p>
            <a:pPr/>
            <a:r>
              <a:t>タイトルテキスト</a:t>
            </a:r>
          </a:p>
        </p:txBody>
      </p:sp>
      <p:sp>
        <p:nvSpPr>
          <p:cNvPr id="161" name="本文レベル1…"/>
          <p:cNvSpPr txBox="1"/>
          <p:nvPr>
            <p:ph type="body" idx="1"/>
          </p:nvPr>
        </p:nvSpPr>
        <p:spPr>
          <a:xfrm>
            <a:off x="4387453" y="3661171"/>
            <a:ext cx="15609094" cy="8840392"/>
          </a:xfrm>
          <a:prstGeom prst="rect">
            <a:avLst/>
          </a:prstGeom>
        </p:spPr>
        <p:txBody>
          <a:bodyPr lIns="71437" tIns="71437" rIns="71437" bIns="71437" anchor="ctr"/>
          <a:lstStyle>
            <a:lvl1pPr marL="617361" indent="-617361" defTabSz="821531">
              <a:lnSpc>
                <a:spcPct val="100000"/>
              </a:lnSpc>
              <a:spcBef>
                <a:spcPts val="5900"/>
              </a:spcBef>
              <a:buSzPct val="75000"/>
              <a:defRPr sz="5000"/>
            </a:lvl1pPr>
            <a:lvl2pPr marL="1061861" indent="-617361" defTabSz="821531">
              <a:lnSpc>
                <a:spcPct val="100000"/>
              </a:lnSpc>
              <a:spcBef>
                <a:spcPts val="5900"/>
              </a:spcBef>
              <a:buSzPct val="75000"/>
              <a:defRPr sz="5000"/>
            </a:lvl2pPr>
            <a:lvl3pPr marL="1506361" indent="-617361" defTabSz="821531">
              <a:lnSpc>
                <a:spcPct val="100000"/>
              </a:lnSpc>
              <a:spcBef>
                <a:spcPts val="5900"/>
              </a:spcBef>
              <a:buSzPct val="75000"/>
              <a:defRPr sz="5000"/>
            </a:lvl3pPr>
            <a:lvl4pPr marL="1950861" indent="-617361" defTabSz="821531">
              <a:lnSpc>
                <a:spcPct val="100000"/>
              </a:lnSpc>
              <a:spcBef>
                <a:spcPts val="5900"/>
              </a:spcBef>
              <a:buSzPct val="75000"/>
              <a:defRPr sz="5000"/>
            </a:lvl4pPr>
            <a:lvl5pPr marL="2395361" indent="-617361" defTabSz="821531">
              <a:lnSpc>
                <a:spcPct val="100000"/>
              </a:lnSpc>
              <a:spcBef>
                <a:spcPts val="5900"/>
              </a:spcBef>
              <a:buSzPct val="75000"/>
              <a:defRPr sz="5000"/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62" name="スライド番号"/>
          <p:cNvSpPr txBox="1"/>
          <p:nvPr>
            <p:ph type="sldNum" sz="quarter" idx="2"/>
          </p:nvPr>
        </p:nvSpPr>
        <p:spPr>
          <a:xfrm>
            <a:off x="3095565" y="75140"/>
            <a:ext cx="556083" cy="447675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4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 &amp; 箇条書き コピー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タイトルテキスト"/>
          <p:cNvSpPr txBox="1"/>
          <p:nvPr>
            <p:ph type="title"/>
          </p:nvPr>
        </p:nvSpPr>
        <p:spPr>
          <a:xfrm>
            <a:off x="4833937" y="357187"/>
            <a:ext cx="14716126" cy="3429001"/>
          </a:xfrm>
          <a:prstGeom prst="rect">
            <a:avLst/>
          </a:prstGeom>
        </p:spPr>
        <p:txBody>
          <a:bodyPr lIns="71437" tIns="71437" rIns="71437" bIns="71437" anchor="ctr">
            <a:noAutofit/>
          </a:bodyPr>
          <a:lstStyle>
            <a:lvl1pPr algn="ctr" defTabSz="821531">
              <a:lnSpc>
                <a:spcPct val="100000"/>
              </a:lnSpc>
              <a:defRPr spc="0" sz="118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lvl1pPr>
          </a:lstStyle>
          <a:p>
            <a:pPr/>
            <a:r>
              <a:t>タイトルテキスト</a:t>
            </a:r>
          </a:p>
        </p:txBody>
      </p:sp>
      <p:sp>
        <p:nvSpPr>
          <p:cNvPr id="170" name="本文レベル1…"/>
          <p:cNvSpPr txBox="1"/>
          <p:nvPr>
            <p:ph type="body" sz="half" idx="1"/>
          </p:nvPr>
        </p:nvSpPr>
        <p:spPr>
          <a:xfrm>
            <a:off x="4833937" y="3893343"/>
            <a:ext cx="14716126" cy="8036720"/>
          </a:xfrm>
          <a:prstGeom prst="rect">
            <a:avLst/>
          </a:prstGeom>
        </p:spPr>
        <p:txBody>
          <a:bodyPr lIns="71437" tIns="71437" rIns="71437" bIns="71437" anchor="ctr">
            <a:noAutofit/>
          </a:bodyPr>
          <a:lstStyle>
            <a:lvl1pPr marL="1106714" indent="-789214" defTabSz="821531">
              <a:lnSpc>
                <a:spcPct val="100000"/>
              </a:lnSpc>
              <a:spcBef>
                <a:spcPts val="3300"/>
              </a:spcBef>
              <a:buSzPct val="171000"/>
              <a:defRPr sz="58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lvl1pPr>
            <a:lvl2pPr marL="1551214" indent="-789214" defTabSz="821531">
              <a:lnSpc>
                <a:spcPct val="100000"/>
              </a:lnSpc>
              <a:spcBef>
                <a:spcPts val="3300"/>
              </a:spcBef>
              <a:buSzPct val="171000"/>
              <a:defRPr sz="58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lvl2pPr>
            <a:lvl3pPr marL="1995714" indent="-789214" defTabSz="821531">
              <a:lnSpc>
                <a:spcPct val="100000"/>
              </a:lnSpc>
              <a:spcBef>
                <a:spcPts val="3300"/>
              </a:spcBef>
              <a:buSzPct val="171000"/>
              <a:defRPr sz="58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lvl3pPr>
            <a:lvl4pPr marL="2440214" indent="-789214" defTabSz="821531">
              <a:lnSpc>
                <a:spcPct val="100000"/>
              </a:lnSpc>
              <a:spcBef>
                <a:spcPts val="3300"/>
              </a:spcBef>
              <a:buSzPct val="171000"/>
              <a:defRPr sz="58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lvl4pPr>
            <a:lvl5pPr marL="2884714" indent="-789214" defTabSz="821531">
              <a:lnSpc>
                <a:spcPct val="100000"/>
              </a:lnSpc>
              <a:spcBef>
                <a:spcPts val="3300"/>
              </a:spcBef>
              <a:buSzPct val="171000"/>
              <a:defRPr sz="58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71" name="スライド番号"/>
          <p:cNvSpPr txBox="1"/>
          <p:nvPr>
            <p:ph type="sldNum" sz="quarter" idx="2"/>
          </p:nvPr>
        </p:nvSpPr>
        <p:spPr>
          <a:xfrm>
            <a:off x="11905029" y="13073062"/>
            <a:ext cx="556083" cy="447676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4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 &amp; 箇条書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タイトルテキスト"/>
          <p:cNvSpPr txBox="1"/>
          <p:nvPr>
            <p:ph type="title"/>
          </p:nvPr>
        </p:nvSpPr>
        <p:spPr>
          <a:xfrm>
            <a:off x="4387453" y="625078"/>
            <a:ext cx="15609094" cy="3036094"/>
          </a:xfrm>
          <a:prstGeom prst="rect">
            <a:avLst/>
          </a:prstGeom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defRPr spc="0" sz="11200"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タイトルテキスト</a:t>
            </a:r>
          </a:p>
        </p:txBody>
      </p:sp>
      <p:sp>
        <p:nvSpPr>
          <p:cNvPr id="179" name="本文レベル1…"/>
          <p:cNvSpPr txBox="1"/>
          <p:nvPr>
            <p:ph type="body" idx="1"/>
          </p:nvPr>
        </p:nvSpPr>
        <p:spPr>
          <a:xfrm>
            <a:off x="4387453" y="3661171"/>
            <a:ext cx="15609094" cy="8840392"/>
          </a:xfrm>
          <a:prstGeom prst="rect">
            <a:avLst/>
          </a:prstGeom>
        </p:spPr>
        <p:txBody>
          <a:bodyPr lIns="71437" tIns="71437" rIns="71437" bIns="71437" anchor="ctr"/>
          <a:lstStyle>
            <a:lvl1pPr marL="617361" indent="-617361" defTabSz="821531">
              <a:lnSpc>
                <a:spcPct val="100000"/>
              </a:lnSpc>
              <a:spcBef>
                <a:spcPts val="5900"/>
              </a:spcBef>
              <a:buSzPct val="75000"/>
              <a:defRPr sz="5000"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  <a:lvl2pPr marL="1061861" indent="-617361" defTabSz="821531">
              <a:lnSpc>
                <a:spcPct val="100000"/>
              </a:lnSpc>
              <a:spcBef>
                <a:spcPts val="5900"/>
              </a:spcBef>
              <a:buSzPct val="75000"/>
              <a:defRPr sz="5000"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2pPr>
            <a:lvl3pPr marL="1506361" indent="-617361" defTabSz="821531">
              <a:lnSpc>
                <a:spcPct val="100000"/>
              </a:lnSpc>
              <a:spcBef>
                <a:spcPts val="5900"/>
              </a:spcBef>
              <a:buSzPct val="75000"/>
              <a:defRPr sz="5000"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3pPr>
            <a:lvl4pPr marL="1950861" indent="-617361" defTabSz="821531">
              <a:lnSpc>
                <a:spcPct val="100000"/>
              </a:lnSpc>
              <a:spcBef>
                <a:spcPts val="5900"/>
              </a:spcBef>
              <a:buSzPct val="75000"/>
              <a:defRPr sz="5000"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4pPr>
            <a:lvl5pPr marL="2395361" indent="-617361" defTabSz="821531">
              <a:lnSpc>
                <a:spcPct val="100000"/>
              </a:lnSpc>
              <a:spcBef>
                <a:spcPts val="5900"/>
              </a:spcBef>
              <a:buSzPct val="75000"/>
              <a:defRPr sz="5000"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80" name="スライド番号"/>
          <p:cNvSpPr txBox="1"/>
          <p:nvPr>
            <p:ph type="sldNum" sz="quarter" idx="2"/>
          </p:nvPr>
        </p:nvSpPr>
        <p:spPr>
          <a:xfrm>
            <a:off x="3140170" y="97442"/>
            <a:ext cx="556083" cy="447676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400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タイトル &amp; 箇条書き コピー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タイトルテキスト"/>
          <p:cNvSpPr txBox="1"/>
          <p:nvPr>
            <p:ph type="title"/>
          </p:nvPr>
        </p:nvSpPr>
        <p:spPr>
          <a:xfrm>
            <a:off x="4833937" y="357187"/>
            <a:ext cx="14716126" cy="3429001"/>
          </a:xfrm>
          <a:prstGeom prst="rect">
            <a:avLst/>
          </a:prstGeom>
        </p:spPr>
        <p:txBody>
          <a:bodyPr lIns="71437" tIns="71437" rIns="71437" bIns="71437" anchor="ctr">
            <a:noAutofit/>
          </a:bodyPr>
          <a:lstStyle>
            <a:lvl1pPr algn="ctr" defTabSz="821531">
              <a:lnSpc>
                <a:spcPct val="100000"/>
              </a:lnSpc>
              <a:defRPr spc="0" sz="118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lvl1pPr>
          </a:lstStyle>
          <a:p>
            <a:pPr/>
            <a:r>
              <a:t>タイトルテキスト</a:t>
            </a:r>
          </a:p>
        </p:txBody>
      </p:sp>
      <p:sp>
        <p:nvSpPr>
          <p:cNvPr id="188" name="本文レベル1…"/>
          <p:cNvSpPr txBox="1"/>
          <p:nvPr>
            <p:ph type="body" sz="half" idx="1"/>
          </p:nvPr>
        </p:nvSpPr>
        <p:spPr>
          <a:xfrm>
            <a:off x="4833937" y="3893343"/>
            <a:ext cx="14716126" cy="8036720"/>
          </a:xfrm>
          <a:prstGeom prst="rect">
            <a:avLst/>
          </a:prstGeom>
        </p:spPr>
        <p:txBody>
          <a:bodyPr lIns="71437" tIns="71437" rIns="71437" bIns="71437" anchor="ctr">
            <a:noAutofit/>
          </a:bodyPr>
          <a:lstStyle>
            <a:lvl1pPr marL="1106714" indent="-789214" defTabSz="821531">
              <a:lnSpc>
                <a:spcPct val="100000"/>
              </a:lnSpc>
              <a:spcBef>
                <a:spcPts val="3300"/>
              </a:spcBef>
              <a:buSzPct val="171000"/>
              <a:defRPr sz="58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lvl1pPr>
            <a:lvl2pPr marL="1551214" indent="-789214" defTabSz="821531">
              <a:lnSpc>
                <a:spcPct val="100000"/>
              </a:lnSpc>
              <a:spcBef>
                <a:spcPts val="3300"/>
              </a:spcBef>
              <a:buSzPct val="171000"/>
              <a:defRPr sz="58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lvl2pPr>
            <a:lvl3pPr marL="1995714" indent="-789214" defTabSz="821531">
              <a:lnSpc>
                <a:spcPct val="100000"/>
              </a:lnSpc>
              <a:spcBef>
                <a:spcPts val="3300"/>
              </a:spcBef>
              <a:buSzPct val="171000"/>
              <a:defRPr sz="58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lvl3pPr>
            <a:lvl4pPr marL="2440214" indent="-789214" defTabSz="821531">
              <a:lnSpc>
                <a:spcPct val="100000"/>
              </a:lnSpc>
              <a:spcBef>
                <a:spcPts val="3300"/>
              </a:spcBef>
              <a:buSzPct val="171000"/>
              <a:defRPr sz="58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lvl4pPr>
            <a:lvl5pPr marL="2884714" indent="-789214" defTabSz="821531">
              <a:lnSpc>
                <a:spcPct val="100000"/>
              </a:lnSpc>
              <a:spcBef>
                <a:spcPts val="3300"/>
              </a:spcBef>
              <a:buSzPct val="171000"/>
              <a:defRPr sz="58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89" name="スライド番号"/>
          <p:cNvSpPr txBox="1"/>
          <p:nvPr>
            <p:ph type="sldNum" sz="quarter" idx="2"/>
          </p:nvPr>
        </p:nvSpPr>
        <p:spPr>
          <a:xfrm>
            <a:off x="3117868" y="93042"/>
            <a:ext cx="556083" cy="447676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400"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bg>
      <p:bgPr>
        <a:solidFill>
          <a:srgbClr val="F5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タイトルテキスト"/>
          <p:cNvSpPr txBox="1"/>
          <p:nvPr>
            <p:ph type="title"/>
          </p:nvPr>
        </p:nvSpPr>
        <p:spPr>
          <a:xfrm>
            <a:off x="6338589" y="2183308"/>
            <a:ext cx="11706822" cy="2277071"/>
          </a:xfrm>
          <a:prstGeom prst="rect">
            <a:avLst/>
          </a:prstGeom>
        </p:spPr>
        <p:txBody>
          <a:bodyPr lIns="53578" tIns="53578" rIns="53578" bIns="53578" anchor="ctr"/>
          <a:lstStyle>
            <a:lvl1pPr algn="ctr" defTabSz="821531">
              <a:lnSpc>
                <a:spcPct val="100000"/>
              </a:lnSpc>
              <a:defRPr spc="0" sz="10800">
                <a:solidFill>
                  <a:srgbClr val="044C4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タイトルテキスト</a:t>
            </a:r>
          </a:p>
        </p:txBody>
      </p:sp>
      <p:sp>
        <p:nvSpPr>
          <p:cNvPr id="197" name="本文レベル1…"/>
          <p:cNvSpPr txBox="1"/>
          <p:nvPr>
            <p:ph type="body" sz="half" idx="1"/>
          </p:nvPr>
        </p:nvSpPr>
        <p:spPr>
          <a:xfrm>
            <a:off x="6338589" y="4460378"/>
            <a:ext cx="11706822" cy="6630295"/>
          </a:xfrm>
          <a:prstGeom prst="rect">
            <a:avLst/>
          </a:prstGeom>
        </p:spPr>
        <p:txBody>
          <a:bodyPr lIns="53578" tIns="53578" rIns="53578" bIns="53578" anchor="ctr"/>
          <a:lstStyle>
            <a:lvl1pPr marL="567972" indent="-567972" defTabSz="821531">
              <a:lnSpc>
                <a:spcPct val="100000"/>
              </a:lnSpc>
              <a:spcBef>
                <a:spcPts val="5900"/>
              </a:spcBef>
              <a:buSzPct val="75000"/>
              <a:defRPr sz="4600">
                <a:solidFill>
                  <a:srgbClr val="044C4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  <a:lvl2pPr marL="1012472" indent="-567972" defTabSz="821531">
              <a:lnSpc>
                <a:spcPct val="100000"/>
              </a:lnSpc>
              <a:spcBef>
                <a:spcPts val="5900"/>
              </a:spcBef>
              <a:buSzPct val="75000"/>
              <a:defRPr sz="4600">
                <a:solidFill>
                  <a:srgbClr val="044C49"/>
                </a:solidFill>
                <a:latin typeface="Helvetica"/>
                <a:ea typeface="Helvetica"/>
                <a:cs typeface="Helvetica"/>
                <a:sym typeface="Helvetica"/>
              </a:defRPr>
            </a:lvl2pPr>
            <a:lvl3pPr marL="1456972" indent="-567972" defTabSz="821531">
              <a:lnSpc>
                <a:spcPct val="100000"/>
              </a:lnSpc>
              <a:spcBef>
                <a:spcPts val="5900"/>
              </a:spcBef>
              <a:buSzPct val="75000"/>
              <a:defRPr sz="4600">
                <a:solidFill>
                  <a:srgbClr val="044C49"/>
                </a:solidFill>
                <a:latin typeface="Helvetica"/>
                <a:ea typeface="Helvetica"/>
                <a:cs typeface="Helvetica"/>
                <a:sym typeface="Helvetica"/>
              </a:defRPr>
            </a:lvl3pPr>
            <a:lvl4pPr marL="1901472" indent="-567972" defTabSz="821531">
              <a:lnSpc>
                <a:spcPct val="100000"/>
              </a:lnSpc>
              <a:spcBef>
                <a:spcPts val="5900"/>
              </a:spcBef>
              <a:buSzPct val="75000"/>
              <a:defRPr sz="4600">
                <a:solidFill>
                  <a:srgbClr val="044C49"/>
                </a:solidFill>
                <a:latin typeface="Helvetica"/>
                <a:ea typeface="Helvetica"/>
                <a:cs typeface="Helvetica"/>
                <a:sym typeface="Helvetica"/>
              </a:defRPr>
            </a:lvl4pPr>
            <a:lvl5pPr marL="2345972" indent="-567972" defTabSz="821531">
              <a:lnSpc>
                <a:spcPct val="100000"/>
              </a:lnSpc>
              <a:spcBef>
                <a:spcPts val="5900"/>
              </a:spcBef>
              <a:buSzPct val="75000"/>
              <a:defRPr sz="4600">
                <a:solidFill>
                  <a:srgbClr val="044C49"/>
                </a:solidFill>
                <a:latin typeface="Helvetica"/>
                <a:ea typeface="Helvetica"/>
                <a:cs typeface="Helvetica"/>
                <a:sym typeface="Helvetica"/>
              </a:defRPr>
            </a:lvl5pPr>
          </a:lstStyle>
          <a:p>
            <a:pPr/>
            <a:r>
              <a:t>本文レベル1</a:t>
            </a:r>
          </a:p>
          <a:p>
            <a:pPr lvl="1"/>
            <a:r>
              <a:t>本文レベル2</a:t>
            </a:r>
          </a:p>
          <a:p>
            <a:pPr lvl="2"/>
            <a:r>
              <a:t>本文レベル3</a:t>
            </a:r>
          </a:p>
          <a:p>
            <a:pPr lvl="3"/>
            <a:r>
              <a:t>本文レベル4</a:t>
            </a:r>
          </a:p>
          <a:p>
            <a:pPr lvl="4"/>
            <a:r>
              <a:t>本文レベル5</a:t>
            </a:r>
          </a:p>
        </p:txBody>
      </p:sp>
      <p:sp>
        <p:nvSpPr>
          <p:cNvPr id="198" name="四角形"/>
          <p:cNvSpPr/>
          <p:nvPr/>
        </p:nvSpPr>
        <p:spPr>
          <a:xfrm>
            <a:off x="-38035" y="13461711"/>
            <a:ext cx="24460069" cy="346969"/>
          </a:xfrm>
          <a:prstGeom prst="rect">
            <a:avLst/>
          </a:prstGeom>
          <a:blipFill>
            <a:blip r:embed="rId2"/>
          </a:blipFill>
          <a:ln w="12700">
            <a:miter lim="400000"/>
          </a:ln>
        </p:spPr>
        <p:txBody>
          <a:bodyPr lIns="53578" tIns="53578" rIns="53578" bIns="53578" anchor="ctr"/>
          <a:lstStyle/>
          <a:p>
            <a:pPr defTabSz="821531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199" name="四角形"/>
          <p:cNvSpPr/>
          <p:nvPr/>
        </p:nvSpPr>
        <p:spPr>
          <a:xfrm>
            <a:off x="-25762" y="-25401"/>
            <a:ext cx="24529085" cy="346969"/>
          </a:xfrm>
          <a:prstGeom prst="rect">
            <a:avLst/>
          </a:prstGeom>
          <a:blipFill>
            <a:blip r:embed="rId3"/>
          </a:blipFill>
          <a:ln w="12700">
            <a:miter lim="400000"/>
          </a:ln>
        </p:spPr>
        <p:txBody>
          <a:bodyPr lIns="53578" tIns="53578" rIns="53578" bIns="53578" anchor="ctr"/>
          <a:lstStyle/>
          <a:p>
            <a:pPr defTabSz="821531">
              <a:defRPr sz="3000">
                <a:solidFill>
                  <a:srgbClr val="FFFFFF"/>
                </a:solidFill>
                <a:latin typeface="Helvetica"/>
                <a:ea typeface="Helvetica"/>
                <a:cs typeface="Helvetica"/>
                <a:sym typeface="Helvetica"/>
              </a:defRPr>
            </a:pPr>
          </a:p>
        </p:txBody>
      </p:sp>
      <p:sp>
        <p:nvSpPr>
          <p:cNvPr id="200" name="スライド番号"/>
          <p:cNvSpPr txBox="1"/>
          <p:nvPr>
            <p:ph type="sldNum" sz="quarter" idx="2"/>
          </p:nvPr>
        </p:nvSpPr>
        <p:spPr>
          <a:xfrm>
            <a:off x="3051290" y="298894"/>
            <a:ext cx="515284" cy="538957"/>
          </a:xfrm>
          <a:prstGeom prst="rect">
            <a:avLst/>
          </a:prstGeom>
        </p:spPr>
        <p:txBody>
          <a:bodyPr lIns="53578" tIns="53578" rIns="53578" bIns="53578" anchor="t"/>
          <a:lstStyle>
            <a:lvl1pPr defTabSz="821531">
              <a:defRPr sz="28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のタイトル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スライドのタイトル</a:t>
            </a:r>
          </a:p>
        </p:txBody>
      </p:sp>
      <p:sp>
        <p:nvSpPr>
          <p:cNvPr id="3" name="本文レベル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スライドの箇条書きテキスト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スライド番号"/>
          <p:cNvSpPr txBox="1"/>
          <p:nvPr>
            <p:ph type="sldNum" sz="quarter" idx="2"/>
          </p:nvPr>
        </p:nvSpPr>
        <p:spPr>
          <a:xfrm>
            <a:off x="11978411" y="13125399"/>
            <a:ext cx="414681" cy="3302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ヒラギノ角ゴ ProN W6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ヒラギノ角ゴ ProN W3"/>
          <a:ea typeface="ヒラギノ角ゴ ProN W3"/>
          <a:cs typeface="ヒラギノ角ゴ ProN W3"/>
          <a:sym typeface="ヒラギノ角ゴ ProN W3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ヒラギノ角ゴ ProN W3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tif"/><Relationship Id="rId3" Type="http://schemas.openxmlformats.org/officeDocument/2006/relationships/image" Target="../media/image5.png"/><Relationship Id="rId4" Type="http://schemas.openxmlformats.org/officeDocument/2006/relationships/image" Target="../media/image2.tif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tif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2.png"/><Relationship Id="rId3" Type="http://schemas.openxmlformats.org/officeDocument/2006/relationships/image" Target="../media/image4.tif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5.tif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3.png"/><Relationship Id="rId3" Type="http://schemas.openxmlformats.org/officeDocument/2006/relationships/image" Target="../media/image3.tif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tif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tif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6.tif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
</file>

<file path=ppt/slides/_rels/slide3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4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4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4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4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4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4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4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4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4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4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5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5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2.png"/></Relationships>

</file>

<file path=ppt/slides/_rels/slide5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5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image" Target="../media/image17.png"/></Relationships>

</file>

<file path=ppt/slides/_rels/slide5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image" Target="../media/image12.png"/><Relationship Id="rId3" Type="http://schemas.openxmlformats.org/officeDocument/2006/relationships/image" Target="../media/image16.png"/></Relationships>

</file>

<file path=ppt/slides/_rels/slide5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8.png"/></Relationships>

</file>

<file path=ppt/slides/_rels/slide5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8.png"/></Relationships>

</file>

<file path=ppt/slides/_rels/slide5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5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5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6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6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6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6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6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6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6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6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6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7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7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</Relationships>

</file>

<file path=ppt/slides/_rels/slide7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12.png"/><Relationship Id="rId3" Type="http://schemas.openxmlformats.org/officeDocument/2006/relationships/image" Target="../media/image4.tif"/></Relationships>

</file>

<file path=ppt/slides/_rels/slide7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image" Target="../media/image5.tif"/></Relationships>

</file>

<file path=ppt/slides/_rels/slide7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7.tif"/></Relationships>

</file>

<file path=ppt/slides/_rels/slide8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9.png"/></Relationships>

</file>

<file path=ppt/slides/_rels/slide8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.png"/></Relationships>

</file>

<file path=ppt/slides/_rels/slide8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1.png"/></Relationships>

</file>

<file path=ppt/slides/_rels/slide8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2.png"/></Relationships>

</file>

<file path=ppt/slides/_rels/slide8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3.png"/></Relationships>

</file>

<file path=ppt/slides/_rels/slide8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小学5年生 ITブートキャンプ サイバーセキュリティ編…"/>
          <p:cNvSpPr txBox="1"/>
          <p:nvPr>
            <p:ph type="ctrTitle"/>
          </p:nvPr>
        </p:nvSpPr>
        <p:spPr>
          <a:xfrm>
            <a:off x="1206498" y="791543"/>
            <a:ext cx="21971004" cy="7693895"/>
          </a:xfrm>
          <a:prstGeom prst="rect">
            <a:avLst/>
          </a:prstGeom>
        </p:spPr>
        <p:txBody>
          <a:bodyPr anchor="ctr"/>
          <a:lstStyle/>
          <a:p>
            <a:pPr algn="ctr">
              <a:defRPr spc="-100" sz="5000"/>
            </a:pPr>
            <a:r>
              <a:t>小学5年生 ITブートキャンプ サイバーセキュリティ編</a:t>
            </a:r>
          </a:p>
          <a:p>
            <a:pPr algn="ctr">
              <a:defRPr spc="-100" sz="5000"/>
            </a:pPr>
          </a:p>
          <a:p>
            <a:pPr algn="ctr">
              <a:defRPr spc="-300" sz="15000"/>
            </a:pPr>
            <a:r>
              <a:t>サイバー安全教室</a:t>
            </a:r>
          </a:p>
        </p:txBody>
      </p:sp>
      <p:pic>
        <p:nvPicPr>
          <p:cNvPr id="210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972948" y="8059859"/>
            <a:ext cx="3347110" cy="4938566"/>
          </a:xfrm>
          <a:prstGeom prst="rect">
            <a:avLst/>
          </a:prstGeom>
          <a:ln w="12700">
            <a:miter lim="400000"/>
          </a:ln>
        </p:spPr>
      </p:pic>
      <p:sp>
        <p:nvSpPr>
          <p:cNvPr id="211" name="株式会社 jig.jp 取締役 創業者…"/>
          <p:cNvSpPr txBox="1"/>
          <p:nvPr/>
        </p:nvSpPr>
        <p:spPr>
          <a:xfrm>
            <a:off x="7017300" y="9752615"/>
            <a:ext cx="10349400" cy="2413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38100" tIns="38100" rIns="38100" bIns="38100" anchor="ctr">
            <a:spAutoFit/>
          </a:bodyPr>
          <a:lstStyle/>
          <a:p>
            <a:pPr defTabSz="584200">
              <a:defRPr sz="4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株式会社 jig.jp 取締役 創業者</a:t>
            </a:r>
          </a:p>
          <a:p>
            <a:pPr defTabSz="584200">
              <a:defRPr sz="4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神山まるごと高専 技術教育統括ディレクター</a:t>
            </a:r>
          </a:p>
          <a:p>
            <a:pPr defTabSz="584200">
              <a:defRPr sz="4000">
                <a:solidFill>
                  <a:srgbClr val="000000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福野泰介 @taisukef</a:t>
            </a:r>
          </a:p>
        </p:txBody>
      </p:sp>
      <p:pic>
        <p:nvPicPr>
          <p:cNvPr id="212" name="droppedImage.tiff" descr="droppedImage.tif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2588613" y="12644047"/>
            <a:ext cx="1620772" cy="570954"/>
          </a:xfrm>
          <a:prstGeom prst="rect">
            <a:avLst/>
          </a:prstGeom>
          <a:ln w="12700">
            <a:miter lim="400000"/>
          </a:ln>
        </p:spPr>
      </p:pic>
      <p:pic>
        <p:nvPicPr>
          <p:cNvPr id="213" name="pasted-image.tiff" descr="pasted-image.tif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56873" y="8558143"/>
            <a:ext cx="4645170" cy="480194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セキュリティ＝安全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>
            <a:lvl1pPr algn="ctr"/>
          </a:lstStyle>
          <a:p>
            <a:pPr/>
            <a:r>
              <a:t>セキュリティ＝安全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安全教室といえば？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>
            <a:lvl1pPr algn="ctr"/>
          </a:lstStyle>
          <a:p>
            <a:pPr/>
            <a:r>
              <a:t>安全教室といえば？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ペーストされたムービー.png" descr="ペーストされたムービ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778" y="-58190"/>
            <a:ext cx="13832380" cy="13832380"/>
          </a:xfrm>
          <a:prstGeom prst="rect">
            <a:avLst/>
          </a:prstGeom>
          <a:ln w="12700">
            <a:miter lim="400000"/>
          </a:ln>
        </p:spPr>
      </p:pic>
      <p:sp>
        <p:nvSpPr>
          <p:cNvPr id="220" name="交通安全教室…"/>
          <p:cNvSpPr txBox="1"/>
          <p:nvPr>
            <p:ph type="title"/>
          </p:nvPr>
        </p:nvSpPr>
        <p:spPr>
          <a:xfrm>
            <a:off x="13885140" y="1095706"/>
            <a:ext cx="10290237" cy="11524587"/>
          </a:xfrm>
          <a:prstGeom prst="rect">
            <a:avLst/>
          </a:prstGeom>
        </p:spPr>
        <p:txBody>
          <a:bodyPr anchor="ctr"/>
          <a:lstStyle/>
          <a:p>
            <a:pPr algn="ctr">
              <a:defRPr spc="-232" sz="11600"/>
            </a:pPr>
            <a:r>
              <a:t>交通安全教室</a:t>
            </a:r>
          </a:p>
          <a:p>
            <a:pPr algn="ctr">
              <a:defRPr spc="-232" sz="11600"/>
            </a:pPr>
            <a:r>
              <a:t>なぜ必要？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1年で…"/>
          <p:cNvSpPr txBox="1"/>
          <p:nvPr>
            <p:ph type="title"/>
          </p:nvPr>
        </p:nvSpPr>
        <p:spPr>
          <a:xfrm>
            <a:off x="13885140" y="1095706"/>
            <a:ext cx="10290237" cy="11524587"/>
          </a:xfrm>
          <a:prstGeom prst="rect">
            <a:avLst/>
          </a:prstGeom>
        </p:spPr>
        <p:txBody>
          <a:bodyPr anchor="ctr"/>
          <a:lstStyle/>
          <a:p>
            <a:pPr algn="ctr">
              <a:defRPr spc="-232" sz="11600"/>
            </a:pPr>
            <a:r>
              <a:t>1年で</a:t>
            </a:r>
          </a:p>
          <a:p>
            <a:pPr algn="ctr">
              <a:defRPr spc="-232" sz="11600"/>
            </a:pPr>
            <a:r>
              <a:t>日本で30万件</a:t>
            </a:r>
          </a:p>
          <a:p>
            <a:pPr algn="ctr">
              <a:defRPr spc="-232" sz="11600"/>
            </a:pPr>
            <a:r>
              <a:t>福井で1000件</a:t>
            </a:r>
          </a:p>
          <a:p>
            <a:pPr algn="ctr">
              <a:defRPr spc="-232" sz="11600"/>
            </a:pPr>
            <a:r>
              <a:t>交通事故</a:t>
            </a:r>
          </a:p>
        </p:txBody>
      </p:sp>
      <p:pic>
        <p:nvPicPr>
          <p:cNvPr id="223" name="ペーストされたムービー.png" descr="ペーストされたムービ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14779" y="-58190"/>
            <a:ext cx="13832380" cy="1383238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交通事故が危ないのはなぜ？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>
            <a:lvl1pPr algn="ctr"/>
          </a:lstStyle>
          <a:p>
            <a:pPr/>
            <a:r>
              <a:t>交通事故が危ないのはなぜ？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ペーストされたムービー.png" descr="ペーストされたムービ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19694" y="358255"/>
            <a:ext cx="10930545" cy="10930545"/>
          </a:xfrm>
          <a:prstGeom prst="rect">
            <a:avLst/>
          </a:prstGeom>
          <a:ln w="12700">
            <a:miter lim="400000"/>
          </a:ln>
        </p:spPr>
      </p:pic>
      <p:pic>
        <p:nvPicPr>
          <p:cNvPr id="228" name="ペーストされたムービー.png" descr="ペーストされたムービー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893963" y="358255"/>
            <a:ext cx="10930545" cy="10930545"/>
          </a:xfrm>
          <a:prstGeom prst="rect">
            <a:avLst/>
          </a:prstGeom>
          <a:ln w="12700">
            <a:miter lim="400000"/>
          </a:ln>
        </p:spPr>
      </p:pic>
      <p:sp>
        <p:nvSpPr>
          <p:cNvPr id="229" name="どっちがやばそう？"/>
          <p:cNvSpPr txBox="1"/>
          <p:nvPr/>
        </p:nvSpPr>
        <p:spPr>
          <a:xfrm>
            <a:off x="7014209" y="11910522"/>
            <a:ext cx="10355581" cy="1244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9000"/>
            </a:lvl1pPr>
          </a:lstStyle>
          <a:p>
            <a:pPr/>
            <a:r>
              <a:t>どっちがやばそう？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交通事故が危ない理由…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t>交通事故が危ない理由</a:t>
            </a:r>
          </a:p>
          <a:p>
            <a:pPr algn="ctr"/>
          </a:p>
          <a:p>
            <a:pPr algn="ctr"/>
            <a:r>
              <a:t>物理の基本法則</a:t>
            </a:r>
          </a:p>
          <a:p>
            <a:pPr algn="ctr"/>
            <a:r>
              <a:t>F=ma</a:t>
            </a:r>
          </a:p>
          <a:p>
            <a:pPr algn="ctr"/>
            <a:r>
              <a:t>（攻撃力＝質量 x 速度の変化）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攻撃力＝質量 x 速度の変化…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t>攻撃力＝質量 x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速度の変化</a:t>
            </a:r>
          </a:p>
          <a:p>
            <a:pPr algn="ctr"/>
          </a:p>
          <a:p>
            <a:pPr algn="ctr"/>
            <a:r>
              <a:t>手をゆっくり叩いてみよう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攻撃力＝質量 x 速度の変化…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t>攻撃力＝質量 x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速度の変化</a:t>
            </a:r>
          </a:p>
          <a:p>
            <a:pPr algn="ctr"/>
          </a:p>
          <a:p>
            <a:pPr algn="ctr"/>
            <a:r>
              <a:t>手をすばやく叩いてみよう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攻撃力＝質量 x 速度の変化…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t>攻撃力＝質量 x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速度の変化</a:t>
            </a:r>
          </a:p>
          <a:p>
            <a:pPr algn="ctr"/>
          </a:p>
          <a:p>
            <a:pPr algn="ctr"/>
            <a:r>
              <a:t>やわらかいものを軽くたたく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攻撃力＝質量 x 速度の変化…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t>攻撃力＝質量 x 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速度の変化</a:t>
            </a:r>
          </a:p>
          <a:p>
            <a:pPr algn="ctr"/>
          </a:p>
          <a:p>
            <a:pPr algn="ctr"/>
            <a:r>
              <a:t>硬いものを軽くたたく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攻撃力＝質量 x 速度の変化…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t>攻撃力＝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質量</a:t>
            </a:r>
            <a:r>
              <a:t> x 速度の変化</a:t>
            </a:r>
          </a:p>
          <a:p>
            <a:pPr algn="ctr"/>
          </a:p>
          <a:p>
            <a:pPr algn="ctr"/>
            <a:r>
              <a:t>軽いものでたたく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攻撃力＝質量 x 速度の変化…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t>攻撃力＝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質量</a:t>
            </a:r>
            <a:r>
              <a:t> x 速度の変化</a:t>
            </a:r>
          </a:p>
          <a:p>
            <a:pPr algn="ctr"/>
          </a:p>
          <a:p>
            <a:pPr algn="ctr"/>
            <a:r>
              <a:t>重いものでたたく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危ないのでルールがある…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t>危ないのでルールがある</a:t>
            </a:r>
          </a:p>
          <a:p>
            <a:pPr algn="ctr"/>
          </a:p>
          <a:p>
            <a:pPr algn="ctr"/>
            <a:r>
              <a:t>法則の理解と危ないを避ける力</a:t>
            </a:r>
          </a:p>
          <a:p>
            <a:pPr algn="ctr"/>
            <a:r>
              <a:t>大事！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事故の他、危ないこと？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>
            <a:lvl1pPr algn="ctr"/>
          </a:lstStyle>
          <a:p>
            <a:pPr/>
            <a:r>
              <a:t>事故の他、危ないこと？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窃盗（ぬすみ） 年38万件…"/>
          <p:cNvSpPr txBox="1"/>
          <p:nvPr>
            <p:ph type="ctrTitle"/>
          </p:nvPr>
        </p:nvSpPr>
        <p:spPr>
          <a:xfrm>
            <a:off x="1206498" y="415910"/>
            <a:ext cx="21971004" cy="11524587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t>窃盗（ぬすみ） 年38万件</a:t>
            </a:r>
          </a:p>
          <a:p>
            <a:pPr algn="ctr"/>
            <a:r>
              <a:t>恐喝（おどし） 年1200件</a:t>
            </a:r>
          </a:p>
          <a:p>
            <a:pPr algn="ctr"/>
            <a:r>
              <a:t>器物損壊（はかい） 年7万件</a:t>
            </a:r>
          </a:p>
          <a:p>
            <a:pPr algn="ctr"/>
            <a:r>
              <a:t>詐欺（さぎ） 年1万7千件</a:t>
            </a:r>
          </a:p>
        </p:txBody>
      </p:sp>
      <p:sp>
        <p:nvSpPr>
          <p:cNvPr id="250" name="※ただし、サイバー犯罪は含まず"/>
          <p:cNvSpPr txBox="1"/>
          <p:nvPr/>
        </p:nvSpPr>
        <p:spPr>
          <a:xfrm>
            <a:off x="1206498" y="11537936"/>
            <a:ext cx="21971004" cy="1239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defTabSz="1853137">
              <a:lnSpc>
                <a:spcPct val="80000"/>
              </a:lnSpc>
              <a:defRPr spc="-176" sz="8816">
                <a:solidFill>
                  <a:srgbClr val="000000"/>
                </a:solidFill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※ただし、サイバー犯罪は含まず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2" name="表1"/>
          <p:cNvGraphicFramePr/>
          <p:nvPr/>
        </p:nvGraphicFramePr>
        <p:xfrm>
          <a:off x="1212850" y="691803"/>
          <a:ext cx="22021800" cy="10914843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4297295"/>
                <a:gridCol w="8858096"/>
                <a:gridCol w="8802908"/>
              </a:tblGrid>
              <a:tr h="1808557">
                <a:tc>
                  <a:txBody>
                    <a:bodyPr/>
                    <a:lstStyle/>
                    <a:p>
                      <a:pPr defTabSz="914400">
                        <a:defRPr sz="5000">
                          <a:latin typeface="+mn-lt"/>
                          <a:ea typeface="+mn-ea"/>
                          <a:cs typeface="+mn-cs"/>
                          <a:sym typeface="ヒラギノ角ゴ ProN W6"/>
                        </a:defRPr>
                      </a:pP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7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犯罪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7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サイバー犯罪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1808557">
                <a:tc>
                  <a:txBody>
                    <a:bodyPr/>
                    <a:lstStyle/>
                    <a:p>
                      <a:pPr defTabSz="914400"/>
                      <a:r>
                        <a:rPr sz="7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事故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5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悪口、なりすまし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5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ネット上で悪口、なりすまし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1808557">
                <a:tc>
                  <a:txBody>
                    <a:bodyPr/>
                    <a:lstStyle/>
                    <a:p>
                      <a:pPr defTabSz="914400"/>
                      <a:r>
                        <a:rPr sz="7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詐欺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5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口頭、電話、メール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5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メール、ウェブ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1808557">
                <a:tc>
                  <a:txBody>
                    <a:bodyPr/>
                    <a:lstStyle/>
                    <a:p>
                      <a:pPr defTabSz="914400"/>
                      <a:r>
                        <a:rPr sz="7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恐喝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5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口頭、電話、メール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5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ランサムウェア（アプリ）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1808557">
                <a:tc>
                  <a:txBody>
                    <a:bodyPr/>
                    <a:lstStyle/>
                    <a:p>
                      <a:pPr defTabSz="914400"/>
                      <a:r>
                        <a:rPr sz="7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窃盗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5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モノの盗難（著作権侵害）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5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データの盗難（著作権侵害）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  <a:tr h="1808557">
                <a:tc>
                  <a:txBody>
                    <a:bodyPr/>
                    <a:lstStyle/>
                    <a:p>
                      <a:pPr defTabSz="914400"/>
                      <a:r>
                        <a:rPr sz="7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器物損壊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5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自転車を壊される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5000">
                          <a:latin typeface="+mn-lt"/>
                          <a:ea typeface="+mn-ea"/>
                          <a:cs typeface="+mn-cs"/>
                          <a:sym typeface="ヒラギノ角ゴ ProN W6"/>
                        </a:rPr>
                        <a:t>データを壊される</a:t>
                      </a:r>
                    </a:p>
                  </a:txBody>
                  <a:tcPr marL="50800" marR="50800" marT="50800" marB="50800" anchor="ctr" anchorCtr="0" horzOverflow="overflow">
                    <a:lnL w="63500">
                      <a:solidFill>
                        <a:srgbClr val="000000"/>
                      </a:solidFill>
                      <a:miter lim="400000"/>
                    </a:lnL>
                    <a:lnR w="63500">
                      <a:solidFill>
                        <a:srgbClr val="000000"/>
                      </a:solidFill>
                      <a:miter lim="400000"/>
                    </a:lnR>
                    <a:lnT w="63500">
                      <a:solidFill>
                        <a:srgbClr val="000000"/>
                      </a:solidFill>
                      <a:miter lim="400000"/>
                    </a:lnT>
                    <a:lnB w="63500">
                      <a:solidFill>
                        <a:srgbClr val="000000"/>
                      </a:solidFill>
                      <a:miter lim="400000"/>
                    </a:lnB>
                  </a:tcPr>
                </a:tc>
              </a:tr>
            </a:tbl>
          </a:graphicData>
        </a:graphic>
      </p:graphicFrame>
      <p:sp>
        <p:nvSpPr>
          <p:cNvPr id="253" name="サイバー犯罪も犯罪の一種"/>
          <p:cNvSpPr txBox="1"/>
          <p:nvPr/>
        </p:nvSpPr>
        <p:spPr>
          <a:xfrm>
            <a:off x="6871969" y="12126191"/>
            <a:ext cx="10640061" cy="990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7000"/>
            </a:lvl1pPr>
          </a:lstStyle>
          <a:p>
            <a:pPr/>
            <a:r>
              <a:t>サイバー犯罪も犯罪の一種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著作権＝つくった人の権利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>
            <a:lvl1pPr algn="ctr"/>
          </a:lstStyle>
          <a:p>
            <a:pPr/>
            <a:r>
              <a:t>著作権＝つくった人の権利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誰かが作ったデータは、…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t>誰かが作ったデータは、</a:t>
            </a:r>
          </a:p>
          <a:p>
            <a:pPr algn="ctr"/>
            <a:r>
              <a:t>その人の権利があるので、</a:t>
            </a:r>
          </a:p>
          <a:p>
            <a:pPr algn="ctr"/>
            <a:r>
              <a:t>勝手に盗んだり、</a:t>
            </a:r>
          </a:p>
          <a:p>
            <a:pPr algn="ctr"/>
            <a:r>
              <a:t>壊したりしたらダメ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例外１…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/>
          <a:p>
            <a:pPr algn="ctr">
              <a:defRPr spc="-200" sz="10000"/>
            </a:pPr>
            <a:r>
              <a:t>例外１</a:t>
            </a:r>
          </a:p>
          <a:p>
            <a:pPr algn="ctr">
              <a:defRPr spc="-200" sz="10000"/>
            </a:pPr>
          </a:p>
          <a:p>
            <a:pPr algn="ctr">
              <a:defRPr spc="-200" sz="10000"/>
            </a:pPr>
            <a:r>
              <a:t>自分がつくるものの一部として</a:t>
            </a:r>
          </a:p>
          <a:p>
            <a:pPr algn="ctr">
              <a:defRPr spc="-200" sz="10000"/>
            </a:pP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引用</a:t>
            </a:r>
            <a:r>
              <a:t>する場合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例外２…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/>
          <a:p>
            <a:pPr algn="ctr">
              <a:defRPr spc="-200" sz="10000"/>
            </a:pPr>
            <a:r>
              <a:t>例外２</a:t>
            </a:r>
          </a:p>
          <a:p>
            <a:pPr algn="ctr">
              <a:defRPr spc="-200" sz="10000"/>
            </a:pPr>
          </a:p>
          <a:p>
            <a:pPr algn="ctr">
              <a:defRPr spc="-200" sz="10000"/>
            </a:pPr>
            <a:r>
              <a:t>つくった本人がいいよと言った場合</a:t>
            </a:r>
          </a:p>
          <a:p>
            <a:pPr algn="ctr">
              <a:defRPr spc="-200" sz="10000"/>
            </a:pP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オープンデータ</a:t>
            </a:r>
            <a:r>
              <a:t>もその一種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ペーストされたムービー.png" descr="ペーストされたムービ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7603" y="232640"/>
            <a:ext cx="18187843" cy="10844763"/>
          </a:xfrm>
          <a:prstGeom prst="rect">
            <a:avLst/>
          </a:prstGeom>
          <a:ln w="12700">
            <a:miter lim="400000"/>
          </a:ln>
        </p:spPr>
      </p:pic>
      <p:sp>
        <p:nvSpPr>
          <p:cNvPr id="264" name="日本のステキ写真オープンデータ by FIND/47"/>
          <p:cNvSpPr txBox="1"/>
          <p:nvPr>
            <p:ph type="ctrTitle"/>
          </p:nvPr>
        </p:nvSpPr>
        <p:spPr>
          <a:xfrm>
            <a:off x="705455" y="11346628"/>
            <a:ext cx="17112139" cy="1621819"/>
          </a:xfrm>
          <a:prstGeom prst="rect">
            <a:avLst/>
          </a:prstGeom>
        </p:spPr>
        <p:txBody>
          <a:bodyPr anchor="ctr"/>
          <a:lstStyle>
            <a:lvl1pPr algn="ctr" defTabSz="1341086">
              <a:defRPr spc="-127" sz="6380"/>
            </a:lvl1pPr>
          </a:lstStyle>
          <a:p>
            <a:pPr/>
            <a:r>
              <a:t>日本のステキ写真オープンデータ by FIND/47</a:t>
            </a:r>
          </a:p>
        </p:txBody>
      </p:sp>
      <p:pic>
        <p:nvPicPr>
          <p:cNvPr id="265" name="ペーストされたムービー.png" descr="ペーストされたムービー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8616121" y="7459518"/>
            <a:ext cx="5717714" cy="571771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サイバーって何？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>
            <a:lvl1pPr algn="ctr"/>
          </a:lstStyle>
          <a:p>
            <a:pPr/>
            <a:r>
              <a:t>サイバーって何？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サイバー…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t>サイバー</a:t>
            </a:r>
          </a:p>
          <a:p>
            <a:pPr algn="ctr"/>
            <a:r>
              <a:t>＝</a:t>
            </a:r>
          </a:p>
          <a:p>
            <a:pPr algn="ctr"/>
            <a:r>
              <a:t>コンピュータや</a:t>
            </a:r>
          </a:p>
          <a:p>
            <a:pPr algn="ctr"/>
            <a:r>
              <a:t>ネットワークに関すること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コンピューター"/>
          <p:cNvSpPr txBox="1"/>
          <p:nvPr>
            <p:ph type="ctrTitle"/>
          </p:nvPr>
        </p:nvSpPr>
        <p:spPr>
          <a:xfrm>
            <a:off x="1206498" y="504579"/>
            <a:ext cx="21971004" cy="2980489"/>
          </a:xfrm>
          <a:prstGeom prst="rect">
            <a:avLst/>
          </a:prstGeom>
        </p:spPr>
        <p:txBody>
          <a:bodyPr anchor="ctr"/>
          <a:lstStyle>
            <a:lvl1pPr algn="ctr"/>
          </a:lstStyle>
          <a:p>
            <a:pPr/>
            <a:r>
              <a:t>コンピューター</a:t>
            </a:r>
          </a:p>
        </p:txBody>
      </p:sp>
      <p:pic>
        <p:nvPicPr>
          <p:cNvPr id="272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27759" y="4138917"/>
            <a:ext cx="13208881" cy="8020897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ネットワーク？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>
            <a:lvl1pPr algn="ctr"/>
          </a:lstStyle>
          <a:p>
            <a:pPr/>
            <a:r>
              <a:t>ネットワーク？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ネットワークとは…"/>
          <p:cNvSpPr txBox="1"/>
          <p:nvPr>
            <p:ph type="title"/>
          </p:nvPr>
        </p:nvSpPr>
        <p:spPr>
          <a:xfrm>
            <a:off x="3233988" y="870690"/>
            <a:ext cx="17916024" cy="6831119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ネットワークとは</a:t>
            </a:r>
          </a:p>
          <a:p>
            <a:pPr>
              <a:defRPr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コンピューターが</a:t>
            </a:r>
          </a:p>
          <a:p>
            <a:pPr>
              <a:defRPr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つながったもの</a:t>
            </a:r>
          </a:p>
        </p:txBody>
      </p:sp>
      <p:pic>
        <p:nvPicPr>
          <p:cNvPr id="277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36749" y="9841508"/>
            <a:ext cx="3747903" cy="3510360"/>
          </a:xfrm>
          <a:prstGeom prst="rect">
            <a:avLst/>
          </a:prstGeom>
          <a:ln w="12700">
            <a:miter lim="400000"/>
          </a:ln>
        </p:spPr>
      </p:pic>
      <p:pic>
        <p:nvPicPr>
          <p:cNvPr id="278" name="pasted-image.tiff" descr="pasted-image.tif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881781" y="9274969"/>
            <a:ext cx="3750470" cy="3500439"/>
          </a:xfrm>
          <a:prstGeom prst="rect">
            <a:avLst/>
          </a:prstGeom>
          <a:ln w="12700">
            <a:miter lim="400000"/>
          </a:ln>
        </p:spPr>
      </p:pic>
      <p:pic>
        <p:nvPicPr>
          <p:cNvPr id="279" name="pasted-image.tiff" descr="pasted-image.tif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775000" y="8620125"/>
            <a:ext cx="3750470" cy="3500438"/>
          </a:xfrm>
          <a:prstGeom prst="rect">
            <a:avLst/>
          </a:prstGeom>
          <a:ln w="12700">
            <a:miter lim="400000"/>
          </a:ln>
        </p:spPr>
      </p:pic>
      <p:pic>
        <p:nvPicPr>
          <p:cNvPr id="280" name="pasted-image.tiff" descr="pasted-image.tif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596781" y="7965281"/>
            <a:ext cx="3750470" cy="35004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インターネットは…"/>
          <p:cNvSpPr txBox="1"/>
          <p:nvPr>
            <p:ph type="title"/>
          </p:nvPr>
        </p:nvSpPr>
        <p:spPr>
          <a:xfrm>
            <a:off x="3233988" y="870690"/>
            <a:ext cx="17916024" cy="6831119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インターネットは</a:t>
            </a:r>
          </a:p>
          <a:p>
            <a:pPr>
              <a:defRPr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ネットワークが</a:t>
            </a:r>
          </a:p>
          <a:p>
            <a:pPr>
              <a:defRPr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たくさんつながったもの</a:t>
            </a:r>
          </a:p>
        </p:txBody>
      </p:sp>
      <p:sp>
        <p:nvSpPr>
          <p:cNvPr id="283" name="合計100おく台くらい"/>
          <p:cNvSpPr txBox="1"/>
          <p:nvPr/>
        </p:nvSpPr>
        <p:spPr>
          <a:xfrm>
            <a:off x="10025760" y="12306644"/>
            <a:ext cx="11588596" cy="13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>
            <a:lvl1pPr defTabSz="821531">
              <a:defRPr sz="56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合計100おく台くらい</a:t>
            </a:r>
          </a:p>
        </p:txBody>
      </p:sp>
      <p:pic>
        <p:nvPicPr>
          <p:cNvPr id="284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85242" y="8783844"/>
            <a:ext cx="6413516" cy="280439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5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945735" y="7697478"/>
            <a:ext cx="6413517" cy="280439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6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14525724" y="9774201"/>
            <a:ext cx="6413516" cy="2804389"/>
          </a:xfrm>
          <a:prstGeom prst="rect">
            <a:avLst/>
          </a:prstGeom>
          <a:ln w="12700">
            <a:miter lim="400000"/>
          </a:ln>
        </p:spPr>
      </p:pic>
      <p:pic>
        <p:nvPicPr>
          <p:cNvPr id="287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1632368" y="8431160"/>
            <a:ext cx="6413516" cy="280439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8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24749" y="10010214"/>
            <a:ext cx="6413516" cy="280439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9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-4237463" y="7274792"/>
            <a:ext cx="6413517" cy="280439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0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2915084" y="11400840"/>
            <a:ext cx="6413517" cy="280439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1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885567" y="6434769"/>
            <a:ext cx="6413516" cy="2804390"/>
          </a:xfrm>
          <a:prstGeom prst="rect">
            <a:avLst/>
          </a:prstGeom>
          <a:ln w="12700">
            <a:miter lim="400000"/>
          </a:ln>
        </p:spPr>
      </p:pic>
      <p:pic>
        <p:nvPicPr>
          <p:cNvPr id="292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545886" y="9774201"/>
            <a:ext cx="6413517" cy="2804389"/>
          </a:xfrm>
          <a:prstGeom prst="rect">
            <a:avLst/>
          </a:prstGeom>
          <a:ln w="12700">
            <a:miter lim="400000"/>
          </a:ln>
        </p:spPr>
      </p:pic>
      <p:pic>
        <p:nvPicPr>
          <p:cNvPr id="293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20322878" y="11400840"/>
            <a:ext cx="6413517" cy="28043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いちばんちいさな…"/>
          <p:cNvSpPr txBox="1"/>
          <p:nvPr>
            <p:ph type="title"/>
          </p:nvPr>
        </p:nvSpPr>
        <p:spPr>
          <a:xfrm>
            <a:off x="3233849" y="3261659"/>
            <a:ext cx="17916303" cy="4149982"/>
          </a:xfrm>
          <a:prstGeom prst="rect">
            <a:avLst/>
          </a:prstGeom>
        </p:spPr>
        <p:txBody>
          <a:bodyPr/>
          <a:lstStyle/>
          <a:p>
            <a:pPr/>
            <a:r>
              <a:t>いちばんちいさな </a:t>
            </a:r>
          </a:p>
          <a:p>
            <a:pPr/>
            <a:r>
              <a:t>ネットをつくろう</a:t>
            </a:r>
          </a:p>
        </p:txBody>
      </p:sp>
      <p:pic>
        <p:nvPicPr>
          <p:cNvPr id="296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四角形"/>
          <p:cNvSpPr/>
          <p:nvPr/>
        </p:nvSpPr>
        <p:spPr>
          <a:xfrm>
            <a:off x="11749614" y="12072379"/>
            <a:ext cx="1196393" cy="322028"/>
          </a:xfrm>
          <a:prstGeom prst="rect">
            <a:avLst/>
          </a:prstGeom>
          <a:solidFill>
            <a:srgbClr val="A6AAA9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357" name="接続の線"/>
          <p:cNvSpPr/>
          <p:nvPr/>
        </p:nvSpPr>
        <p:spPr>
          <a:xfrm>
            <a:off x="15257332" y="8648931"/>
            <a:ext cx="2460598" cy="6217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cubicBezTo>
                  <a:pt x="9783" y="14373"/>
                  <a:pt x="16983" y="7173"/>
                  <a:pt x="21600" y="0"/>
                </a:cubicBezTo>
              </a:path>
            </a:pathLst>
          </a:custGeom>
          <a:ln w="241300">
            <a:solidFill>
              <a:srgbClr val="53585F"/>
            </a:solidFill>
            <a:miter lim="400000"/>
          </a:ln>
        </p:spPr>
        <p:txBody>
          <a:bodyPr/>
          <a:lstStyle/>
          <a:p>
            <a:pPr/>
          </a:p>
        </p:txBody>
      </p:sp>
      <p:grpSp>
        <p:nvGrpSpPr>
          <p:cNvPr id="302" name="グループ"/>
          <p:cNvGrpSpPr/>
          <p:nvPr/>
        </p:nvGrpSpPr>
        <p:grpSpPr>
          <a:xfrm>
            <a:off x="17717349" y="6777243"/>
            <a:ext cx="1101143" cy="2125964"/>
            <a:chOff x="0" y="0"/>
            <a:chExt cx="1101142" cy="2125962"/>
          </a:xfrm>
        </p:grpSpPr>
        <p:sp>
          <p:nvSpPr>
            <p:cNvPr id="300" name="四角形"/>
            <p:cNvSpPr/>
            <p:nvPr/>
          </p:nvSpPr>
          <p:spPr>
            <a:xfrm>
              <a:off x="187983" y="0"/>
              <a:ext cx="725176" cy="874180"/>
            </a:xfrm>
            <a:prstGeom prst="rect">
              <a:avLst/>
            </a:prstGeom>
            <a:solidFill>
              <a:srgbClr val="A6AAA9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  <p:sp>
          <p:nvSpPr>
            <p:cNvPr id="301" name="角丸四角形"/>
            <p:cNvSpPr/>
            <p:nvPr/>
          </p:nvSpPr>
          <p:spPr>
            <a:xfrm>
              <a:off x="0" y="646983"/>
              <a:ext cx="1101143" cy="1478980"/>
            </a:xfrm>
            <a:prstGeom prst="roundRect">
              <a:avLst>
                <a:gd name="adj" fmla="val 20147"/>
              </a:avLst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</p:grpSp>
      <p:grpSp>
        <p:nvGrpSpPr>
          <p:cNvPr id="305" name="グループ"/>
          <p:cNvGrpSpPr/>
          <p:nvPr/>
        </p:nvGrpSpPr>
        <p:grpSpPr>
          <a:xfrm>
            <a:off x="14156004" y="9084224"/>
            <a:ext cx="1101143" cy="570337"/>
            <a:chOff x="0" y="0"/>
            <a:chExt cx="1101142" cy="570336"/>
          </a:xfrm>
        </p:grpSpPr>
        <p:sp>
          <p:nvSpPr>
            <p:cNvPr id="303" name="四角形"/>
            <p:cNvSpPr/>
            <p:nvPr/>
          </p:nvSpPr>
          <p:spPr>
            <a:xfrm rot="16200000">
              <a:off x="38588" y="58777"/>
              <a:ext cx="375605" cy="452782"/>
            </a:xfrm>
            <a:prstGeom prst="rect">
              <a:avLst/>
            </a:prstGeom>
            <a:solidFill>
              <a:srgbClr val="A6AAA9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  <p:sp>
          <p:nvSpPr>
            <p:cNvPr id="304" name="角丸四角形"/>
            <p:cNvSpPr/>
            <p:nvPr/>
          </p:nvSpPr>
          <p:spPr>
            <a:xfrm rot="16200000">
              <a:off x="432955" y="-97851"/>
              <a:ext cx="570337" cy="766038"/>
            </a:xfrm>
            <a:prstGeom prst="roundRect">
              <a:avLst>
                <a:gd name="adj" fmla="val 20147"/>
              </a:avLst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</p:grpSp>
      <p:grpSp>
        <p:nvGrpSpPr>
          <p:cNvPr id="308" name="グループ"/>
          <p:cNvGrpSpPr/>
          <p:nvPr/>
        </p:nvGrpSpPr>
        <p:grpSpPr>
          <a:xfrm>
            <a:off x="14082839" y="7814743"/>
            <a:ext cx="2125964" cy="1101143"/>
            <a:chOff x="0" y="0"/>
            <a:chExt cx="2125962" cy="1101142"/>
          </a:xfrm>
        </p:grpSpPr>
        <p:sp>
          <p:nvSpPr>
            <p:cNvPr id="306" name="四角形"/>
            <p:cNvSpPr/>
            <p:nvPr/>
          </p:nvSpPr>
          <p:spPr>
            <a:xfrm rot="16200000">
              <a:off x="74501" y="113481"/>
              <a:ext cx="725177" cy="874180"/>
            </a:xfrm>
            <a:prstGeom prst="rect">
              <a:avLst/>
            </a:prstGeom>
            <a:solidFill>
              <a:srgbClr val="A6AAA9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  <p:sp>
          <p:nvSpPr>
            <p:cNvPr id="307" name="角丸四角形"/>
            <p:cNvSpPr/>
            <p:nvPr/>
          </p:nvSpPr>
          <p:spPr>
            <a:xfrm rot="16200000">
              <a:off x="835901" y="-188919"/>
              <a:ext cx="1101143" cy="1478980"/>
            </a:xfrm>
            <a:prstGeom prst="roundRect">
              <a:avLst>
                <a:gd name="adj" fmla="val 20147"/>
              </a:avLst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</p:grpSp>
      <p:sp>
        <p:nvSpPr>
          <p:cNvPr id="358" name="接続の線"/>
          <p:cNvSpPr/>
          <p:nvPr/>
        </p:nvSpPr>
        <p:spPr>
          <a:xfrm>
            <a:off x="14694874" y="6662811"/>
            <a:ext cx="779822" cy="11519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9806" y="16217"/>
                  <a:pt x="12606" y="9017"/>
                  <a:pt x="0" y="0"/>
                </a:cubicBezTo>
              </a:path>
            </a:pathLst>
          </a:custGeom>
          <a:ln w="241300">
            <a:solidFill>
              <a:srgbClr val="53585F"/>
            </a:solidFill>
            <a:miter lim="400000"/>
          </a:ln>
        </p:spPr>
        <p:txBody>
          <a:bodyPr/>
          <a:lstStyle/>
          <a:p>
            <a:pPr/>
          </a:p>
        </p:txBody>
      </p:sp>
      <p:pic>
        <p:nvPicPr>
          <p:cNvPr id="310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rcRect l="0" t="0" r="0" b="8549"/>
          <a:stretch>
            <a:fillRect/>
          </a:stretch>
        </p:blipFill>
        <p:spPr>
          <a:xfrm>
            <a:off x="9340222" y="2890110"/>
            <a:ext cx="6822283" cy="3772794"/>
          </a:xfrm>
          <a:prstGeom prst="rect">
            <a:avLst/>
          </a:prstGeom>
          <a:ln w="12700">
            <a:miter lim="400000"/>
          </a:ln>
        </p:spPr>
      </p:pic>
      <p:sp>
        <p:nvSpPr>
          <p:cNvPr id="311" name="テレビ"/>
          <p:cNvSpPr txBox="1"/>
          <p:nvPr>
            <p:ph type="title"/>
          </p:nvPr>
        </p:nvSpPr>
        <p:spPr>
          <a:xfrm>
            <a:off x="4203883" y="1916992"/>
            <a:ext cx="3938271" cy="971083"/>
          </a:xfrm>
          <a:prstGeom prst="rect">
            <a:avLst/>
          </a:prstGeom>
        </p:spPr>
        <p:txBody>
          <a:bodyPr/>
          <a:lstStyle>
            <a:lvl1pPr>
              <a:defRPr sz="5600"/>
            </a:lvl1pPr>
          </a:lstStyle>
          <a:p>
            <a:pPr/>
            <a:r>
              <a:t>テレビ</a:t>
            </a:r>
          </a:p>
        </p:txBody>
      </p:sp>
      <p:sp>
        <p:nvSpPr>
          <p:cNvPr id="312" name="キーボード"/>
          <p:cNvSpPr txBox="1"/>
          <p:nvPr/>
        </p:nvSpPr>
        <p:spPr>
          <a:xfrm>
            <a:off x="9732764" y="1743273"/>
            <a:ext cx="5605326" cy="1318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>
            <a:lvl1pPr defTabSz="821531">
              <a:defRPr sz="56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キーボード</a:t>
            </a:r>
          </a:p>
        </p:txBody>
      </p:sp>
      <p:sp>
        <p:nvSpPr>
          <p:cNvPr id="313" name="IchigoJamをつないで、スイッチオン"/>
          <p:cNvSpPr txBox="1"/>
          <p:nvPr/>
        </p:nvSpPr>
        <p:spPr>
          <a:xfrm>
            <a:off x="4437497" y="-66842"/>
            <a:ext cx="15855590" cy="1597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>
            <a:lvl1pPr defTabSz="805100">
              <a:defRPr sz="686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IchigoJamをつないで、スイッチオン</a:t>
            </a:r>
          </a:p>
        </p:txBody>
      </p:sp>
      <p:sp>
        <p:nvSpPr>
          <p:cNvPr id="314" name="線"/>
          <p:cNvSpPr/>
          <p:nvPr/>
        </p:nvSpPr>
        <p:spPr>
          <a:xfrm flipH="1">
            <a:off x="11689613" y="10989469"/>
            <a:ext cx="670461" cy="1"/>
          </a:xfrm>
          <a:prstGeom prst="line">
            <a:avLst/>
          </a:prstGeom>
          <a:ln w="101600">
            <a:solidFill>
              <a:srgbClr val="C82506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 defTabSz="821531">
              <a:defRPr sz="56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pPr>
          </a:p>
        </p:txBody>
      </p:sp>
      <p:sp>
        <p:nvSpPr>
          <p:cNvPr id="315" name="ON"/>
          <p:cNvSpPr txBox="1"/>
          <p:nvPr/>
        </p:nvSpPr>
        <p:spPr>
          <a:xfrm>
            <a:off x="12496893" y="10504151"/>
            <a:ext cx="1316221" cy="934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>
            <a:lvl1pPr defTabSz="821531">
              <a:defRPr sz="42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ON</a:t>
            </a:r>
          </a:p>
        </p:txBody>
      </p:sp>
      <p:sp>
        <p:nvSpPr>
          <p:cNvPr id="359" name="接続の線"/>
          <p:cNvSpPr/>
          <p:nvPr/>
        </p:nvSpPr>
        <p:spPr>
          <a:xfrm>
            <a:off x="4458072" y="4083006"/>
            <a:ext cx="1426764" cy="43104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2579" y="18835"/>
                  <a:pt x="5379" y="11635"/>
                  <a:pt x="0" y="0"/>
                </a:cubicBezTo>
              </a:path>
            </a:pathLst>
          </a:custGeom>
          <a:ln w="241300">
            <a:solidFill>
              <a:srgbClr val="53585F"/>
            </a:solidFill>
            <a:miter lim="400000"/>
          </a:ln>
        </p:spPr>
        <p:txBody>
          <a:bodyPr/>
          <a:lstStyle/>
          <a:p>
            <a:pPr/>
          </a:p>
        </p:txBody>
      </p:sp>
      <p:grpSp>
        <p:nvGrpSpPr>
          <p:cNvPr id="320" name="グループ"/>
          <p:cNvGrpSpPr/>
          <p:nvPr/>
        </p:nvGrpSpPr>
        <p:grpSpPr>
          <a:xfrm>
            <a:off x="5884835" y="7986928"/>
            <a:ext cx="2278956" cy="971084"/>
            <a:chOff x="0" y="0"/>
            <a:chExt cx="2278954" cy="971082"/>
          </a:xfrm>
        </p:grpSpPr>
        <p:sp>
          <p:nvSpPr>
            <p:cNvPr id="317" name="四角形"/>
            <p:cNvSpPr/>
            <p:nvPr/>
          </p:nvSpPr>
          <p:spPr>
            <a:xfrm rot="5400000">
              <a:off x="1779903" y="90358"/>
              <a:ext cx="227176" cy="770927"/>
            </a:xfrm>
            <a:prstGeom prst="rect">
              <a:avLst/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  <p:sp>
          <p:nvSpPr>
            <p:cNvPr id="318" name="四角形"/>
            <p:cNvSpPr/>
            <p:nvPr/>
          </p:nvSpPr>
          <p:spPr>
            <a:xfrm rot="5400000">
              <a:off x="1169633" y="100077"/>
              <a:ext cx="639523" cy="770928"/>
            </a:xfrm>
            <a:prstGeom prst="rect">
              <a:avLst/>
            </a:prstGeom>
            <a:solidFill>
              <a:srgbClr val="A6AAA9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  <p:sp>
          <p:nvSpPr>
            <p:cNvPr id="319" name="角丸四角形"/>
            <p:cNvSpPr/>
            <p:nvPr/>
          </p:nvSpPr>
          <p:spPr>
            <a:xfrm rot="5400000">
              <a:off x="166604" y="-166605"/>
              <a:ext cx="971084" cy="1304293"/>
            </a:xfrm>
            <a:prstGeom prst="roundRect">
              <a:avLst>
                <a:gd name="adj" fmla="val 20147"/>
              </a:avLst>
            </a:prstGeom>
            <a:solidFill>
              <a:srgbClr val="F5D328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</p:grpSp>
      <p:grpSp>
        <p:nvGrpSpPr>
          <p:cNvPr id="325" name="グループ"/>
          <p:cNvGrpSpPr/>
          <p:nvPr/>
        </p:nvGrpSpPr>
        <p:grpSpPr>
          <a:xfrm>
            <a:off x="3742760" y="3131170"/>
            <a:ext cx="4536083" cy="3640963"/>
            <a:chOff x="0" y="0"/>
            <a:chExt cx="4536082" cy="3640962"/>
          </a:xfrm>
        </p:grpSpPr>
        <p:sp>
          <p:nvSpPr>
            <p:cNvPr id="321" name="四角形"/>
            <p:cNvSpPr/>
            <p:nvPr/>
          </p:nvSpPr>
          <p:spPr>
            <a:xfrm>
              <a:off x="1885022" y="2853655"/>
              <a:ext cx="766038" cy="570338"/>
            </a:xfrm>
            <a:prstGeom prst="rect">
              <a:avLst/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22" name="四角形"/>
            <p:cNvSpPr/>
            <p:nvPr/>
          </p:nvSpPr>
          <p:spPr>
            <a:xfrm>
              <a:off x="0" y="0"/>
              <a:ext cx="4536083" cy="3040789"/>
            </a:xfrm>
            <a:prstGeom prst="rect">
              <a:avLst/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23" name="四角形"/>
            <p:cNvSpPr/>
            <p:nvPr/>
          </p:nvSpPr>
          <p:spPr>
            <a:xfrm>
              <a:off x="292075" y="298353"/>
              <a:ext cx="3951932" cy="244408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24" name="四角形"/>
            <p:cNvSpPr/>
            <p:nvPr/>
          </p:nvSpPr>
          <p:spPr>
            <a:xfrm>
              <a:off x="1131093" y="3212337"/>
              <a:ext cx="2273896" cy="428626"/>
            </a:xfrm>
            <a:prstGeom prst="rect">
              <a:avLst/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330" name="グループ"/>
          <p:cNvGrpSpPr/>
          <p:nvPr/>
        </p:nvGrpSpPr>
        <p:grpSpPr>
          <a:xfrm>
            <a:off x="17498539" y="4162599"/>
            <a:ext cx="1538764" cy="2446934"/>
            <a:chOff x="0" y="0"/>
            <a:chExt cx="1538762" cy="2446933"/>
          </a:xfrm>
        </p:grpSpPr>
        <p:sp>
          <p:nvSpPr>
            <p:cNvPr id="326" name="四角形"/>
            <p:cNvSpPr/>
            <p:nvPr/>
          </p:nvSpPr>
          <p:spPr>
            <a:xfrm>
              <a:off x="887850" y="0"/>
              <a:ext cx="192558" cy="874180"/>
            </a:xfrm>
            <a:prstGeom prst="rect">
              <a:avLst/>
            </a:prstGeom>
            <a:solidFill>
              <a:srgbClr val="A6AAA9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  <p:sp>
          <p:nvSpPr>
            <p:cNvPr id="327" name="四角形"/>
            <p:cNvSpPr/>
            <p:nvPr/>
          </p:nvSpPr>
          <p:spPr>
            <a:xfrm>
              <a:off x="458353" y="0"/>
              <a:ext cx="192558" cy="874180"/>
            </a:xfrm>
            <a:prstGeom prst="rect">
              <a:avLst/>
            </a:prstGeom>
            <a:solidFill>
              <a:srgbClr val="A6AAA9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  <p:sp>
          <p:nvSpPr>
            <p:cNvPr id="328" name="角丸四角形"/>
            <p:cNvSpPr/>
            <p:nvPr/>
          </p:nvSpPr>
          <p:spPr>
            <a:xfrm>
              <a:off x="0" y="572075"/>
              <a:ext cx="1538763" cy="1874859"/>
            </a:xfrm>
            <a:prstGeom prst="roundRect">
              <a:avLst>
                <a:gd name="adj" fmla="val 25953"/>
              </a:avLst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  <p:sp>
          <p:nvSpPr>
            <p:cNvPr id="329" name="角丸四角形"/>
            <p:cNvSpPr/>
            <p:nvPr/>
          </p:nvSpPr>
          <p:spPr>
            <a:xfrm>
              <a:off x="218810" y="1861387"/>
              <a:ext cx="1101143" cy="418860"/>
            </a:xfrm>
            <a:prstGeom prst="roundRect">
              <a:avLst>
                <a:gd name="adj" fmla="val 39434"/>
              </a:avLst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</p:grpSp>
      <p:grpSp>
        <p:nvGrpSpPr>
          <p:cNvPr id="334" name="グループ"/>
          <p:cNvGrpSpPr/>
          <p:nvPr/>
        </p:nvGrpSpPr>
        <p:grpSpPr>
          <a:xfrm>
            <a:off x="19344219" y="4144739"/>
            <a:ext cx="1101143" cy="2125964"/>
            <a:chOff x="0" y="0"/>
            <a:chExt cx="1101142" cy="2125962"/>
          </a:xfrm>
        </p:grpSpPr>
        <p:sp>
          <p:nvSpPr>
            <p:cNvPr id="331" name="四角形"/>
            <p:cNvSpPr/>
            <p:nvPr/>
          </p:nvSpPr>
          <p:spPr>
            <a:xfrm>
              <a:off x="671058" y="0"/>
              <a:ext cx="192558" cy="874180"/>
            </a:xfrm>
            <a:prstGeom prst="rect">
              <a:avLst/>
            </a:prstGeom>
            <a:solidFill>
              <a:srgbClr val="A6AAA9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  <p:sp>
          <p:nvSpPr>
            <p:cNvPr id="332" name="四角形"/>
            <p:cNvSpPr/>
            <p:nvPr/>
          </p:nvSpPr>
          <p:spPr>
            <a:xfrm>
              <a:off x="241561" y="0"/>
              <a:ext cx="192558" cy="874180"/>
            </a:xfrm>
            <a:prstGeom prst="rect">
              <a:avLst/>
            </a:prstGeom>
            <a:solidFill>
              <a:srgbClr val="A6AAA9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  <p:sp>
          <p:nvSpPr>
            <p:cNvPr id="333" name="角丸四角形"/>
            <p:cNvSpPr/>
            <p:nvPr/>
          </p:nvSpPr>
          <p:spPr>
            <a:xfrm>
              <a:off x="0" y="646983"/>
              <a:ext cx="1101143" cy="1478980"/>
            </a:xfrm>
            <a:prstGeom prst="roundRect">
              <a:avLst>
                <a:gd name="adj" fmla="val 20147"/>
              </a:avLst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</p:grpSp>
      <p:sp>
        <p:nvSpPr>
          <p:cNvPr id="360" name="接続の線"/>
          <p:cNvSpPr/>
          <p:nvPr/>
        </p:nvSpPr>
        <p:spPr>
          <a:xfrm>
            <a:off x="4503818" y="6919945"/>
            <a:ext cx="6110790" cy="53861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12" fill="norm" stroke="1" extrusionOk="0">
                <a:moveTo>
                  <a:pt x="21600" y="21511"/>
                </a:moveTo>
                <a:cubicBezTo>
                  <a:pt x="10174" y="21600"/>
                  <a:pt x="2974" y="14430"/>
                  <a:pt x="0" y="0"/>
                </a:cubicBezTo>
              </a:path>
            </a:pathLst>
          </a:custGeom>
          <a:ln w="241300">
            <a:solidFill>
              <a:srgbClr val="53585F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336" name="角丸四角形"/>
          <p:cNvSpPr/>
          <p:nvPr/>
        </p:nvSpPr>
        <p:spPr>
          <a:xfrm rot="5400000">
            <a:off x="10213279" y="11297553"/>
            <a:ext cx="971084" cy="1862678"/>
          </a:xfrm>
          <a:prstGeom prst="roundRect">
            <a:avLst>
              <a:gd name="adj" fmla="val 20147"/>
            </a:avLst>
          </a:prstGeom>
          <a:solidFill>
            <a:srgbClr val="C82506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56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pPr>
          </a:p>
        </p:txBody>
      </p:sp>
      <p:sp>
        <p:nvSpPr>
          <p:cNvPr id="361" name="接続の線"/>
          <p:cNvSpPr/>
          <p:nvPr/>
        </p:nvSpPr>
        <p:spPr>
          <a:xfrm>
            <a:off x="14022882" y="6270799"/>
            <a:ext cx="5776682" cy="60262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75" fill="norm" stroke="1" extrusionOk="0">
                <a:moveTo>
                  <a:pt x="21600" y="0"/>
                </a:moveTo>
                <a:cubicBezTo>
                  <a:pt x="19737" y="14442"/>
                  <a:pt x="12537" y="21600"/>
                  <a:pt x="0" y="21474"/>
                </a:cubicBezTo>
              </a:path>
            </a:pathLst>
          </a:custGeom>
          <a:ln w="241300">
            <a:solidFill>
              <a:srgbClr val="53585F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338" name="角丸四角形"/>
          <p:cNvSpPr/>
          <p:nvPr/>
        </p:nvSpPr>
        <p:spPr>
          <a:xfrm rot="5400000">
            <a:off x="12758632" y="11342144"/>
            <a:ext cx="729282" cy="1799219"/>
          </a:xfrm>
          <a:prstGeom prst="roundRect">
            <a:avLst>
              <a:gd name="adj" fmla="val 25913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56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pPr>
          </a:p>
        </p:txBody>
      </p:sp>
      <p:sp>
        <p:nvSpPr>
          <p:cNvPr id="362" name="接続の線"/>
          <p:cNvSpPr/>
          <p:nvPr/>
        </p:nvSpPr>
        <p:spPr>
          <a:xfrm>
            <a:off x="4432380" y="6431645"/>
            <a:ext cx="1261475" cy="48995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21600"/>
                </a:moveTo>
                <a:cubicBezTo>
                  <a:pt x="11511" y="18753"/>
                  <a:pt x="4311" y="11553"/>
                  <a:pt x="0" y="0"/>
                </a:cubicBezTo>
              </a:path>
            </a:pathLst>
          </a:custGeom>
          <a:ln w="241300">
            <a:solidFill>
              <a:srgbClr val="53585F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340" name="四角形"/>
          <p:cNvSpPr/>
          <p:nvPr/>
        </p:nvSpPr>
        <p:spPr>
          <a:xfrm rot="8326879">
            <a:off x="6783851" y="12408693"/>
            <a:ext cx="227176" cy="770928"/>
          </a:xfrm>
          <a:prstGeom prst="rect">
            <a:avLst/>
          </a:prstGeom>
          <a:solidFill>
            <a:srgbClr val="53585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56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pPr>
          </a:p>
        </p:txBody>
      </p:sp>
      <p:sp>
        <p:nvSpPr>
          <p:cNvPr id="341" name="四角形"/>
          <p:cNvSpPr/>
          <p:nvPr/>
        </p:nvSpPr>
        <p:spPr>
          <a:xfrm rot="8326879">
            <a:off x="6304092" y="12111137"/>
            <a:ext cx="639524" cy="770928"/>
          </a:xfrm>
          <a:prstGeom prst="rect">
            <a:avLst/>
          </a:prstGeom>
          <a:solidFill>
            <a:srgbClr val="A6AAA9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56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pPr>
          </a:p>
        </p:txBody>
      </p:sp>
      <p:sp>
        <p:nvSpPr>
          <p:cNvPr id="342" name="角丸四角形"/>
          <p:cNvSpPr/>
          <p:nvPr/>
        </p:nvSpPr>
        <p:spPr>
          <a:xfrm rot="8326879">
            <a:off x="5586621" y="11214675"/>
            <a:ext cx="971083" cy="1304294"/>
          </a:xfrm>
          <a:prstGeom prst="roundRect">
            <a:avLst>
              <a:gd name="adj" fmla="val 20147"/>
            </a:avLst>
          </a:prstGeom>
          <a:solidFill>
            <a:srgbClr val="DCDEE0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56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pPr>
          </a:p>
        </p:txBody>
      </p:sp>
      <p:sp>
        <p:nvSpPr>
          <p:cNvPr id="343" name="②"/>
          <p:cNvSpPr txBox="1"/>
          <p:nvPr/>
        </p:nvSpPr>
        <p:spPr>
          <a:xfrm>
            <a:off x="7748587" y="8962596"/>
            <a:ext cx="790576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②</a:t>
            </a:r>
          </a:p>
        </p:txBody>
      </p:sp>
      <p:sp>
        <p:nvSpPr>
          <p:cNvPr id="344" name="①"/>
          <p:cNvSpPr txBox="1"/>
          <p:nvPr/>
        </p:nvSpPr>
        <p:spPr>
          <a:xfrm>
            <a:off x="13771122" y="6718117"/>
            <a:ext cx="79057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①</a:t>
            </a:r>
          </a:p>
        </p:txBody>
      </p:sp>
      <p:sp>
        <p:nvSpPr>
          <p:cNvPr id="345" name="③"/>
          <p:cNvSpPr txBox="1"/>
          <p:nvPr/>
        </p:nvSpPr>
        <p:spPr>
          <a:xfrm>
            <a:off x="13956482" y="9950052"/>
            <a:ext cx="790576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③</a:t>
            </a:r>
          </a:p>
        </p:txBody>
      </p:sp>
      <p:sp>
        <p:nvSpPr>
          <p:cNvPr id="346" name="⑥"/>
          <p:cNvSpPr txBox="1"/>
          <p:nvPr/>
        </p:nvSpPr>
        <p:spPr>
          <a:xfrm>
            <a:off x="11444264" y="12771834"/>
            <a:ext cx="790576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⑥</a:t>
            </a:r>
          </a:p>
        </p:txBody>
      </p:sp>
      <p:sp>
        <p:nvSpPr>
          <p:cNvPr id="347" name="④"/>
          <p:cNvSpPr txBox="1"/>
          <p:nvPr/>
        </p:nvSpPr>
        <p:spPr>
          <a:xfrm>
            <a:off x="16641340" y="5404284"/>
            <a:ext cx="79057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④</a:t>
            </a:r>
          </a:p>
        </p:txBody>
      </p:sp>
      <p:sp>
        <p:nvSpPr>
          <p:cNvPr id="348" name="⑤"/>
          <p:cNvSpPr txBox="1"/>
          <p:nvPr/>
        </p:nvSpPr>
        <p:spPr>
          <a:xfrm>
            <a:off x="20379886" y="6237721"/>
            <a:ext cx="790576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⑤</a:t>
            </a:r>
          </a:p>
        </p:txBody>
      </p:sp>
      <p:pic>
        <p:nvPicPr>
          <p:cNvPr id="349" name="pasted-image.tiff" descr="pasted-image.tif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145053" y="7012247"/>
            <a:ext cx="5898762" cy="358193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55" name="グループ"/>
          <p:cNvGrpSpPr/>
          <p:nvPr/>
        </p:nvGrpSpPr>
        <p:grpSpPr>
          <a:xfrm>
            <a:off x="17223885" y="2923325"/>
            <a:ext cx="3702805" cy="1084586"/>
            <a:chOff x="0" y="0"/>
            <a:chExt cx="3702804" cy="1084585"/>
          </a:xfrm>
        </p:grpSpPr>
        <p:sp>
          <p:nvSpPr>
            <p:cNvPr id="350" name="角丸四角形"/>
            <p:cNvSpPr/>
            <p:nvPr/>
          </p:nvSpPr>
          <p:spPr>
            <a:xfrm>
              <a:off x="0" y="0"/>
              <a:ext cx="3702805" cy="1084586"/>
            </a:xfrm>
            <a:prstGeom prst="roundRect">
              <a:avLst>
                <a:gd name="adj" fmla="val 24700"/>
              </a:avLst>
            </a:prstGeom>
            <a:solidFill>
              <a:srgbClr val="DCDEE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51" name="四角形"/>
            <p:cNvSpPr/>
            <p:nvPr/>
          </p:nvSpPr>
          <p:spPr>
            <a:xfrm>
              <a:off x="719191" y="266350"/>
              <a:ext cx="209570" cy="57033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52" name="四角形"/>
            <p:cNvSpPr/>
            <p:nvPr/>
          </p:nvSpPr>
          <p:spPr>
            <a:xfrm>
              <a:off x="1091784" y="266350"/>
              <a:ext cx="209569" cy="57033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53" name="四角形"/>
            <p:cNvSpPr/>
            <p:nvPr/>
          </p:nvSpPr>
          <p:spPr>
            <a:xfrm>
              <a:off x="2379826" y="266350"/>
              <a:ext cx="209569" cy="57033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54" name="四角形"/>
            <p:cNvSpPr/>
            <p:nvPr/>
          </p:nvSpPr>
          <p:spPr>
            <a:xfrm>
              <a:off x="2752418" y="266350"/>
              <a:ext cx="209569" cy="570338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356" name="でんげん"/>
          <p:cNvSpPr txBox="1"/>
          <p:nvPr/>
        </p:nvSpPr>
        <p:spPr>
          <a:xfrm>
            <a:off x="16129009" y="1465104"/>
            <a:ext cx="5892553" cy="18748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>
            <a:lvl1pPr defTabSz="821531">
              <a:defRPr sz="56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でんげん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2人でつうしんしよう…"/>
          <p:cNvSpPr txBox="1"/>
          <p:nvPr>
            <p:ph type="title"/>
          </p:nvPr>
        </p:nvSpPr>
        <p:spPr>
          <a:xfrm>
            <a:off x="3233849" y="4375546"/>
            <a:ext cx="17916301" cy="3036095"/>
          </a:xfrm>
          <a:prstGeom prst="rect">
            <a:avLst/>
          </a:prstGeom>
        </p:spPr>
        <p:txBody>
          <a:bodyPr/>
          <a:lstStyle/>
          <a:p>
            <a:pPr defTabSz="665440">
              <a:defRPr sz="9072"/>
            </a:pPr>
            <a:r>
              <a:t>2人でつうしんしよう</a:t>
            </a:r>
          </a:p>
          <a:p>
            <a:pPr defTabSz="665440">
              <a:defRPr sz="9072"/>
            </a:pPr>
            <a:r>
              <a:t>Aさん、Bさんにわかれます</a:t>
            </a:r>
          </a:p>
        </p:txBody>
      </p:sp>
      <p:pic>
        <p:nvPicPr>
          <p:cNvPr id="365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それぞれちがういろの…"/>
          <p:cNvSpPr txBox="1"/>
          <p:nvPr>
            <p:ph type="title"/>
          </p:nvPr>
        </p:nvSpPr>
        <p:spPr>
          <a:xfrm>
            <a:off x="3233849" y="4375546"/>
            <a:ext cx="17916301" cy="3036095"/>
          </a:xfrm>
          <a:prstGeom prst="rect">
            <a:avLst/>
          </a:prstGeom>
        </p:spPr>
        <p:txBody>
          <a:bodyPr/>
          <a:lstStyle/>
          <a:p>
            <a:pPr defTabSz="665440">
              <a:defRPr sz="9072"/>
            </a:pPr>
            <a:r>
              <a:t>それぞれちがういろの</a:t>
            </a:r>
          </a:p>
          <a:p>
            <a:pPr defTabSz="665440">
              <a:defRPr sz="9072"/>
            </a:pPr>
            <a:r>
              <a:t>ジャンパー線を1本えらんでね</a:t>
            </a:r>
          </a:p>
        </p:txBody>
      </p:sp>
      <p:pic>
        <p:nvPicPr>
          <p:cNvPr id="368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えらんだジャンパーせんをIN1へ"/>
          <p:cNvSpPr txBox="1"/>
          <p:nvPr/>
        </p:nvSpPr>
        <p:spPr>
          <a:xfrm>
            <a:off x="5492940" y="107748"/>
            <a:ext cx="13398120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えらんだジャンパーせんをIN1へ</a:t>
            </a:r>
          </a:p>
        </p:txBody>
      </p:sp>
      <p:pic>
        <p:nvPicPr>
          <p:cNvPr id="371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rcRect l="0" t="16806" r="0" b="17047"/>
          <a:stretch>
            <a:fillRect/>
          </a:stretch>
        </p:blipFill>
        <p:spPr>
          <a:xfrm rot="60000">
            <a:off x="17057600" y="2452995"/>
            <a:ext cx="6730657" cy="9067302"/>
          </a:xfrm>
          <a:prstGeom prst="rect">
            <a:avLst/>
          </a:prstGeom>
          <a:ln w="12700">
            <a:miter lim="400000"/>
          </a:ln>
        </p:spPr>
      </p:pic>
      <p:sp>
        <p:nvSpPr>
          <p:cNvPr id="372" name="VIDEO1…"/>
          <p:cNvSpPr txBox="1"/>
          <p:nvPr/>
        </p:nvSpPr>
        <p:spPr>
          <a:xfrm>
            <a:off x="15618282" y="3270428"/>
            <a:ext cx="1513612" cy="7432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VIDEO1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VIDEO2</a:t>
            </a:r>
          </a:p>
          <a:p>
            <a:pPr algn="r" defTabSz="821531">
              <a:defRPr sz="2800">
                <a:solidFill>
                  <a:srgbClr val="C82506"/>
                </a:solidFill>
                <a:latin typeface="+mn-lt"/>
                <a:ea typeface="+mn-ea"/>
                <a:cs typeface="+mn-cs"/>
                <a:sym typeface="ヒラギノ角ゴ ProN W6"/>
              </a:defRPr>
            </a:pPr>
            <a:r>
              <a:t>IN1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IN2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IN3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IN4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VCC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GND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OUT1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OUT2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OUT3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OUT4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BTN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LED</a:t>
            </a:r>
          </a:p>
        </p:txBody>
      </p:sp>
      <p:pic>
        <p:nvPicPr>
          <p:cNvPr id="373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rcRect l="0" t="16806" r="0" b="17047"/>
          <a:stretch>
            <a:fillRect/>
          </a:stretch>
        </p:blipFill>
        <p:spPr>
          <a:xfrm rot="10860000">
            <a:off x="-1853767" y="3556767"/>
            <a:ext cx="6730657" cy="9067302"/>
          </a:xfrm>
          <a:prstGeom prst="rect">
            <a:avLst/>
          </a:prstGeom>
          <a:ln w="12700">
            <a:miter lim="400000"/>
          </a:ln>
        </p:spPr>
      </p:pic>
      <p:sp>
        <p:nvSpPr>
          <p:cNvPr id="374" name="BさんのIN1"/>
          <p:cNvSpPr txBox="1"/>
          <p:nvPr/>
        </p:nvSpPr>
        <p:spPr>
          <a:xfrm>
            <a:off x="11366549" y="5034359"/>
            <a:ext cx="3705226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BさんのIN1</a:t>
            </a:r>
          </a:p>
        </p:txBody>
      </p:sp>
      <p:sp>
        <p:nvSpPr>
          <p:cNvPr id="389" name="接続の線"/>
          <p:cNvSpPr/>
          <p:nvPr/>
        </p:nvSpPr>
        <p:spPr>
          <a:xfrm>
            <a:off x="6347802" y="9950730"/>
            <a:ext cx="5717071" cy="6612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101600">
            <a:solidFill>
              <a:srgbClr val="EC5D57"/>
            </a:solidFill>
            <a:miter lim="400000"/>
          </a:ln>
        </p:spPr>
        <p:txBody>
          <a:bodyPr/>
          <a:lstStyle/>
          <a:p>
            <a:pPr/>
          </a:p>
        </p:txBody>
      </p:sp>
      <p:grpSp>
        <p:nvGrpSpPr>
          <p:cNvPr id="378" name="グループ"/>
          <p:cNvGrpSpPr/>
          <p:nvPr/>
        </p:nvGrpSpPr>
        <p:grpSpPr>
          <a:xfrm rot="10878162">
            <a:off x="4815622" y="10471636"/>
            <a:ext cx="1529966" cy="458113"/>
            <a:chOff x="0" y="0"/>
            <a:chExt cx="1529965" cy="458111"/>
          </a:xfrm>
        </p:grpSpPr>
        <p:sp>
          <p:nvSpPr>
            <p:cNvPr id="376" name="四角形"/>
            <p:cNvSpPr/>
            <p:nvPr/>
          </p:nvSpPr>
          <p:spPr>
            <a:xfrm>
              <a:off x="0" y="0"/>
              <a:ext cx="634101" cy="45811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77" name="線"/>
            <p:cNvSpPr/>
            <p:nvPr/>
          </p:nvSpPr>
          <p:spPr>
            <a:xfrm>
              <a:off x="631775" y="229055"/>
              <a:ext cx="898191" cy="1"/>
            </a:xfrm>
            <a:prstGeom prst="line">
              <a:avLst/>
            </a:prstGeom>
            <a:noFill/>
            <a:ln w="101600" cap="flat">
              <a:solidFill>
                <a:srgbClr val="A6AAA9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</p:grpSp>
      <p:grpSp>
        <p:nvGrpSpPr>
          <p:cNvPr id="381" name="グループ"/>
          <p:cNvGrpSpPr/>
          <p:nvPr/>
        </p:nvGrpSpPr>
        <p:grpSpPr>
          <a:xfrm>
            <a:off x="11420743" y="9706971"/>
            <a:ext cx="1542514" cy="458112"/>
            <a:chOff x="0" y="0"/>
            <a:chExt cx="1542512" cy="458111"/>
          </a:xfrm>
        </p:grpSpPr>
        <p:sp>
          <p:nvSpPr>
            <p:cNvPr id="379" name="線"/>
            <p:cNvSpPr/>
            <p:nvPr/>
          </p:nvSpPr>
          <p:spPr>
            <a:xfrm>
              <a:off x="644322" y="229056"/>
              <a:ext cx="898191" cy="1"/>
            </a:xfrm>
            <a:prstGeom prst="line">
              <a:avLst/>
            </a:prstGeom>
            <a:noFill/>
            <a:ln w="101600" cap="flat">
              <a:solidFill>
                <a:srgbClr val="A6AAA9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380" name="四角形"/>
            <p:cNvSpPr/>
            <p:nvPr/>
          </p:nvSpPr>
          <p:spPr>
            <a:xfrm>
              <a:off x="0" y="0"/>
              <a:ext cx="634101" cy="45811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384" name="グループ"/>
          <p:cNvGrpSpPr/>
          <p:nvPr/>
        </p:nvGrpSpPr>
        <p:grpSpPr>
          <a:xfrm rot="10878162">
            <a:off x="7610922" y="3510659"/>
            <a:ext cx="1529966" cy="458113"/>
            <a:chOff x="0" y="0"/>
            <a:chExt cx="1529965" cy="458111"/>
          </a:xfrm>
        </p:grpSpPr>
        <p:sp>
          <p:nvSpPr>
            <p:cNvPr id="382" name="四角形"/>
            <p:cNvSpPr/>
            <p:nvPr/>
          </p:nvSpPr>
          <p:spPr>
            <a:xfrm>
              <a:off x="0" y="0"/>
              <a:ext cx="634101" cy="45811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383" name="線"/>
            <p:cNvSpPr/>
            <p:nvPr/>
          </p:nvSpPr>
          <p:spPr>
            <a:xfrm>
              <a:off x="631775" y="229055"/>
              <a:ext cx="898191" cy="1"/>
            </a:xfrm>
            <a:prstGeom prst="line">
              <a:avLst/>
            </a:prstGeom>
            <a:noFill/>
            <a:ln w="101600" cap="flat">
              <a:solidFill>
                <a:srgbClr val="A6AAA9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385" name="線"/>
          <p:cNvSpPr/>
          <p:nvPr/>
        </p:nvSpPr>
        <p:spPr>
          <a:xfrm>
            <a:off x="14813122" y="4433916"/>
            <a:ext cx="898190" cy="1"/>
          </a:xfrm>
          <a:prstGeom prst="line">
            <a:avLst/>
          </a:prstGeom>
          <a:ln w="101600">
            <a:solidFill>
              <a:srgbClr val="A6AAA9"/>
            </a:solidFill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sp>
        <p:nvSpPr>
          <p:cNvPr id="386" name="四角形"/>
          <p:cNvSpPr/>
          <p:nvPr/>
        </p:nvSpPr>
        <p:spPr>
          <a:xfrm>
            <a:off x="14501155" y="4259291"/>
            <a:ext cx="634102" cy="45811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390" name="接続の線"/>
          <p:cNvSpPr/>
          <p:nvPr/>
        </p:nvSpPr>
        <p:spPr>
          <a:xfrm>
            <a:off x="9139068" y="3828399"/>
            <a:ext cx="5362088" cy="6231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101600">
            <a:solidFill>
              <a:srgbClr val="0365C0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388" name="AさんのIN1"/>
          <p:cNvSpPr txBox="1"/>
          <p:nvPr/>
        </p:nvSpPr>
        <p:spPr>
          <a:xfrm>
            <a:off x="5217528" y="11425826"/>
            <a:ext cx="3778251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AさんのIN1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あいてがえらんだジャンパーせんをLEDへ"/>
          <p:cNvSpPr txBox="1"/>
          <p:nvPr/>
        </p:nvSpPr>
        <p:spPr>
          <a:xfrm>
            <a:off x="3577145" y="107748"/>
            <a:ext cx="17229710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あいてがえらんだジャンパーせんをLEDへ</a:t>
            </a:r>
          </a:p>
        </p:txBody>
      </p:sp>
      <p:sp>
        <p:nvSpPr>
          <p:cNvPr id="393" name="AさんのOUT1"/>
          <p:cNvSpPr txBox="1"/>
          <p:nvPr/>
        </p:nvSpPr>
        <p:spPr>
          <a:xfrm>
            <a:off x="4746069" y="5408026"/>
            <a:ext cx="439356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AさんのOUT1</a:t>
            </a:r>
          </a:p>
        </p:txBody>
      </p:sp>
      <p:pic>
        <p:nvPicPr>
          <p:cNvPr id="394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rcRect l="0" t="16806" r="0" b="17047"/>
          <a:stretch>
            <a:fillRect/>
          </a:stretch>
        </p:blipFill>
        <p:spPr>
          <a:xfrm rot="60000">
            <a:off x="17057600" y="2452995"/>
            <a:ext cx="6730657" cy="9067302"/>
          </a:xfrm>
          <a:prstGeom prst="rect">
            <a:avLst/>
          </a:prstGeom>
          <a:ln w="12700">
            <a:miter lim="400000"/>
          </a:ln>
        </p:spPr>
      </p:pic>
      <p:sp>
        <p:nvSpPr>
          <p:cNvPr id="395" name="VIDEO1…"/>
          <p:cNvSpPr txBox="1"/>
          <p:nvPr/>
        </p:nvSpPr>
        <p:spPr>
          <a:xfrm>
            <a:off x="15618282" y="3270428"/>
            <a:ext cx="1513612" cy="7432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VIDEO1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VIDEO2</a:t>
            </a:r>
          </a:p>
          <a:p>
            <a:pPr algn="r" defTabSz="821531">
              <a:defRPr sz="2800">
                <a:solidFill>
                  <a:srgbClr val="C82506"/>
                </a:solidFill>
                <a:latin typeface="+mn-lt"/>
                <a:ea typeface="+mn-ea"/>
                <a:cs typeface="+mn-cs"/>
                <a:sym typeface="ヒラギノ角ゴ ProN W6"/>
              </a:defRPr>
            </a:pPr>
            <a:r>
              <a:t>IN1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IN2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IN3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IN4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VCC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GND</a:t>
            </a:r>
          </a:p>
          <a:p>
            <a:pPr algn="r" defTabSz="821531">
              <a:defRPr sz="2800">
                <a:solidFill>
                  <a:schemeClr val="accent5">
                    <a:lumOff val="-29866"/>
                  </a:schemeClr>
                </a:solidFill>
                <a:latin typeface="+mn-lt"/>
                <a:ea typeface="+mn-ea"/>
                <a:cs typeface="+mn-cs"/>
                <a:sym typeface="ヒラギノ角ゴ ProN W6"/>
              </a:defRPr>
            </a:pPr>
            <a:r>
              <a:t>OUT1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OUT2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OUT3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OUT4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BTN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LED</a:t>
            </a:r>
          </a:p>
        </p:txBody>
      </p:sp>
      <p:pic>
        <p:nvPicPr>
          <p:cNvPr id="396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rcRect l="0" t="16806" r="0" b="17047"/>
          <a:stretch>
            <a:fillRect/>
          </a:stretch>
        </p:blipFill>
        <p:spPr>
          <a:xfrm rot="10860000">
            <a:off x="-1853767" y="3556767"/>
            <a:ext cx="6730657" cy="9067302"/>
          </a:xfrm>
          <a:prstGeom prst="rect">
            <a:avLst/>
          </a:prstGeom>
          <a:ln w="12700">
            <a:miter lim="400000"/>
          </a:ln>
        </p:spPr>
      </p:pic>
      <p:sp>
        <p:nvSpPr>
          <p:cNvPr id="397" name="BさんのIN1"/>
          <p:cNvSpPr txBox="1"/>
          <p:nvPr/>
        </p:nvSpPr>
        <p:spPr>
          <a:xfrm>
            <a:off x="11715962" y="5009401"/>
            <a:ext cx="370522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BさんのIN1</a:t>
            </a:r>
          </a:p>
        </p:txBody>
      </p:sp>
      <p:sp>
        <p:nvSpPr>
          <p:cNvPr id="413" name="接続の線"/>
          <p:cNvSpPr/>
          <p:nvPr/>
        </p:nvSpPr>
        <p:spPr>
          <a:xfrm>
            <a:off x="6252794" y="7804171"/>
            <a:ext cx="8438283" cy="26828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101600">
            <a:solidFill>
              <a:srgbClr val="EC5D57"/>
            </a:solidFill>
            <a:miter lim="400000"/>
          </a:ln>
        </p:spPr>
        <p:txBody>
          <a:bodyPr/>
          <a:lstStyle/>
          <a:p>
            <a:pPr/>
          </a:p>
        </p:txBody>
      </p:sp>
      <p:grpSp>
        <p:nvGrpSpPr>
          <p:cNvPr id="401" name="グループ"/>
          <p:cNvGrpSpPr/>
          <p:nvPr/>
        </p:nvGrpSpPr>
        <p:grpSpPr>
          <a:xfrm rot="10878162">
            <a:off x="4815622" y="10471636"/>
            <a:ext cx="1529966" cy="458113"/>
            <a:chOff x="0" y="0"/>
            <a:chExt cx="1529965" cy="458111"/>
          </a:xfrm>
        </p:grpSpPr>
        <p:sp>
          <p:nvSpPr>
            <p:cNvPr id="399" name="四角形"/>
            <p:cNvSpPr/>
            <p:nvPr/>
          </p:nvSpPr>
          <p:spPr>
            <a:xfrm>
              <a:off x="0" y="0"/>
              <a:ext cx="634101" cy="45811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00" name="線"/>
            <p:cNvSpPr/>
            <p:nvPr/>
          </p:nvSpPr>
          <p:spPr>
            <a:xfrm>
              <a:off x="631775" y="229055"/>
              <a:ext cx="898191" cy="1"/>
            </a:xfrm>
            <a:prstGeom prst="line">
              <a:avLst/>
            </a:prstGeom>
            <a:noFill/>
            <a:ln w="101600" cap="flat">
              <a:solidFill>
                <a:srgbClr val="A6AAA9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</p:grpSp>
      <p:grpSp>
        <p:nvGrpSpPr>
          <p:cNvPr id="404" name="グループ"/>
          <p:cNvGrpSpPr/>
          <p:nvPr/>
        </p:nvGrpSpPr>
        <p:grpSpPr>
          <a:xfrm>
            <a:off x="14046948" y="7534697"/>
            <a:ext cx="1542514" cy="458113"/>
            <a:chOff x="0" y="0"/>
            <a:chExt cx="1542512" cy="458111"/>
          </a:xfrm>
        </p:grpSpPr>
        <p:sp>
          <p:nvSpPr>
            <p:cNvPr id="402" name="線"/>
            <p:cNvSpPr/>
            <p:nvPr/>
          </p:nvSpPr>
          <p:spPr>
            <a:xfrm>
              <a:off x="644322" y="229056"/>
              <a:ext cx="898191" cy="1"/>
            </a:xfrm>
            <a:prstGeom prst="line">
              <a:avLst/>
            </a:prstGeom>
            <a:noFill/>
            <a:ln w="101600" cap="flat">
              <a:solidFill>
                <a:srgbClr val="A6AAA9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03" name="四角形"/>
            <p:cNvSpPr/>
            <p:nvPr/>
          </p:nvSpPr>
          <p:spPr>
            <a:xfrm>
              <a:off x="0" y="0"/>
              <a:ext cx="634101" cy="45811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407" name="グループ"/>
          <p:cNvGrpSpPr/>
          <p:nvPr/>
        </p:nvGrpSpPr>
        <p:grpSpPr>
          <a:xfrm rot="10878162">
            <a:off x="4815622" y="7098452"/>
            <a:ext cx="1529966" cy="458113"/>
            <a:chOff x="0" y="0"/>
            <a:chExt cx="1529965" cy="458111"/>
          </a:xfrm>
        </p:grpSpPr>
        <p:sp>
          <p:nvSpPr>
            <p:cNvPr id="405" name="四角形"/>
            <p:cNvSpPr/>
            <p:nvPr/>
          </p:nvSpPr>
          <p:spPr>
            <a:xfrm>
              <a:off x="0" y="0"/>
              <a:ext cx="634101" cy="45811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06" name="線"/>
            <p:cNvSpPr/>
            <p:nvPr/>
          </p:nvSpPr>
          <p:spPr>
            <a:xfrm>
              <a:off x="631775" y="229055"/>
              <a:ext cx="898191" cy="1"/>
            </a:xfrm>
            <a:prstGeom prst="line">
              <a:avLst/>
            </a:prstGeom>
            <a:noFill/>
            <a:ln w="101600" cap="flat">
              <a:solidFill>
                <a:srgbClr val="A6AAA9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408" name="線"/>
          <p:cNvSpPr/>
          <p:nvPr/>
        </p:nvSpPr>
        <p:spPr>
          <a:xfrm>
            <a:off x="14813122" y="4433916"/>
            <a:ext cx="898190" cy="1"/>
          </a:xfrm>
          <a:prstGeom prst="line">
            <a:avLst/>
          </a:prstGeom>
          <a:ln w="101600">
            <a:solidFill>
              <a:srgbClr val="A6AAA9"/>
            </a:solidFill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sp>
        <p:nvSpPr>
          <p:cNvPr id="409" name="四角形"/>
          <p:cNvSpPr/>
          <p:nvPr/>
        </p:nvSpPr>
        <p:spPr>
          <a:xfrm>
            <a:off x="14501155" y="4259291"/>
            <a:ext cx="634102" cy="45811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414" name="接続の線"/>
          <p:cNvSpPr/>
          <p:nvPr/>
        </p:nvSpPr>
        <p:spPr>
          <a:xfrm>
            <a:off x="6274348" y="4585791"/>
            <a:ext cx="8226808" cy="25284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101600">
            <a:solidFill>
              <a:srgbClr val="0365C0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411" name="AさんのIN1"/>
          <p:cNvSpPr txBox="1"/>
          <p:nvPr/>
        </p:nvSpPr>
        <p:spPr>
          <a:xfrm>
            <a:off x="5053727" y="11386813"/>
            <a:ext cx="3778251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AさんのIN1</a:t>
            </a:r>
          </a:p>
        </p:txBody>
      </p:sp>
      <p:sp>
        <p:nvSpPr>
          <p:cNvPr id="412" name="BさんのOUT1"/>
          <p:cNvSpPr txBox="1"/>
          <p:nvPr/>
        </p:nvSpPr>
        <p:spPr>
          <a:xfrm>
            <a:off x="11408304" y="8844757"/>
            <a:ext cx="4320541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BさんのOUT1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あまったジャンパー線は…"/>
          <p:cNvSpPr txBox="1"/>
          <p:nvPr>
            <p:ph type="title"/>
          </p:nvPr>
        </p:nvSpPr>
        <p:spPr>
          <a:xfrm>
            <a:off x="3233849" y="4375546"/>
            <a:ext cx="17916301" cy="3036095"/>
          </a:xfrm>
          <a:prstGeom prst="rect">
            <a:avLst/>
          </a:prstGeom>
        </p:spPr>
        <p:txBody>
          <a:bodyPr/>
          <a:lstStyle/>
          <a:p>
            <a:pPr defTabSz="665440">
              <a:defRPr sz="9072"/>
            </a:pPr>
            <a:r>
              <a:t>あまったジャンパー線は</a:t>
            </a:r>
          </a:p>
          <a:p>
            <a:pPr defTabSz="665440">
              <a:defRPr sz="9072"/>
            </a:pPr>
            <a:r>
              <a:t>おなじ色かな？</a:t>
            </a:r>
          </a:p>
        </p:txBody>
      </p:sp>
      <p:pic>
        <p:nvPicPr>
          <p:cNvPr id="417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あまったジャンパー線を1本をGNDへ"/>
          <p:cNvSpPr txBox="1"/>
          <p:nvPr/>
        </p:nvSpPr>
        <p:spPr>
          <a:xfrm>
            <a:off x="4403150" y="482325"/>
            <a:ext cx="15146783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あまったジャンパー線を1本をGNDへ</a:t>
            </a:r>
          </a:p>
        </p:txBody>
      </p:sp>
      <p:sp>
        <p:nvSpPr>
          <p:cNvPr id="420" name="BさんのGND"/>
          <p:cNvSpPr txBox="1"/>
          <p:nvPr/>
        </p:nvSpPr>
        <p:spPr>
          <a:xfrm>
            <a:off x="11433088" y="5417684"/>
            <a:ext cx="4010026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BさんのGND</a:t>
            </a:r>
          </a:p>
        </p:txBody>
      </p:sp>
      <p:sp>
        <p:nvSpPr>
          <p:cNvPr id="421" name="IN1"/>
          <p:cNvSpPr txBox="1"/>
          <p:nvPr/>
        </p:nvSpPr>
        <p:spPr>
          <a:xfrm>
            <a:off x="14138438" y="3305596"/>
            <a:ext cx="135953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IN1</a:t>
            </a:r>
          </a:p>
        </p:txBody>
      </p:sp>
      <p:sp>
        <p:nvSpPr>
          <p:cNvPr id="422" name="OUT1"/>
          <p:cNvSpPr txBox="1"/>
          <p:nvPr/>
        </p:nvSpPr>
        <p:spPr>
          <a:xfrm>
            <a:off x="13331738" y="8998924"/>
            <a:ext cx="1974851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OUT1</a:t>
            </a:r>
          </a:p>
        </p:txBody>
      </p:sp>
      <p:pic>
        <p:nvPicPr>
          <p:cNvPr id="423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rcRect l="0" t="16806" r="0" b="17047"/>
          <a:stretch>
            <a:fillRect/>
          </a:stretch>
        </p:blipFill>
        <p:spPr>
          <a:xfrm rot="60000">
            <a:off x="17057600" y="2452995"/>
            <a:ext cx="6730657" cy="9067302"/>
          </a:xfrm>
          <a:prstGeom prst="rect">
            <a:avLst/>
          </a:prstGeom>
          <a:ln w="12700">
            <a:miter lim="400000"/>
          </a:ln>
        </p:spPr>
      </p:pic>
      <p:sp>
        <p:nvSpPr>
          <p:cNvPr id="424" name="VIDEO1…"/>
          <p:cNvSpPr txBox="1"/>
          <p:nvPr/>
        </p:nvSpPr>
        <p:spPr>
          <a:xfrm>
            <a:off x="15618282" y="3270428"/>
            <a:ext cx="1513612" cy="7432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VIDEO1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VIDEO2</a:t>
            </a:r>
          </a:p>
          <a:p>
            <a:pPr algn="r" defTabSz="821531">
              <a:defRPr sz="2800">
                <a:solidFill>
                  <a:srgbClr val="C82506"/>
                </a:solidFill>
                <a:latin typeface="+mn-lt"/>
                <a:ea typeface="+mn-ea"/>
                <a:cs typeface="+mn-cs"/>
                <a:sym typeface="ヒラギノ角ゴ ProN W6"/>
              </a:defRPr>
            </a:pPr>
            <a:r>
              <a:t>IN1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IN2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IN3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IN4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VCC</a:t>
            </a:r>
          </a:p>
          <a:p>
            <a:pPr algn="r" defTabSz="821531">
              <a:defRPr sz="2800">
                <a:solidFill>
                  <a:srgbClr val="C82506"/>
                </a:solidFill>
                <a:latin typeface="+mn-lt"/>
                <a:ea typeface="+mn-ea"/>
                <a:cs typeface="+mn-cs"/>
                <a:sym typeface="ヒラギノ角ゴ ProN W6"/>
              </a:defRPr>
            </a:pPr>
            <a:r>
              <a:t>GND</a:t>
            </a:r>
          </a:p>
          <a:p>
            <a:pPr algn="r" defTabSz="821531">
              <a:defRPr sz="2800">
                <a:solidFill>
                  <a:schemeClr val="accent5">
                    <a:lumOff val="-29866"/>
                  </a:schemeClr>
                </a:solidFill>
                <a:latin typeface="+mn-lt"/>
                <a:ea typeface="+mn-ea"/>
                <a:cs typeface="+mn-cs"/>
                <a:sym typeface="ヒラギノ角ゴ ProN W6"/>
              </a:defRPr>
            </a:pPr>
            <a:r>
              <a:t>OUT1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OUT2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OUT3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OUT4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BTN</a:t>
            </a:r>
          </a:p>
          <a:p>
            <a:pPr algn="r" defTabSz="821531">
              <a:defRPr sz="2800">
                <a:solidFill>
                  <a:srgbClr val="000000"/>
                </a:solidFill>
              </a:defRPr>
            </a:pPr>
            <a:r>
              <a:t>LED</a:t>
            </a:r>
          </a:p>
        </p:txBody>
      </p:sp>
      <p:pic>
        <p:nvPicPr>
          <p:cNvPr id="425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rcRect l="0" t="16806" r="0" b="17047"/>
          <a:stretch>
            <a:fillRect/>
          </a:stretch>
        </p:blipFill>
        <p:spPr>
          <a:xfrm rot="10860000">
            <a:off x="-1853767" y="3556767"/>
            <a:ext cx="6730657" cy="9067302"/>
          </a:xfrm>
          <a:prstGeom prst="rect">
            <a:avLst/>
          </a:prstGeom>
          <a:ln w="12700">
            <a:miter lim="400000"/>
          </a:ln>
        </p:spPr>
      </p:pic>
      <p:sp>
        <p:nvSpPr>
          <p:cNvPr id="426" name="IN1"/>
          <p:cNvSpPr txBox="1"/>
          <p:nvPr/>
        </p:nvSpPr>
        <p:spPr>
          <a:xfrm>
            <a:off x="5530219" y="9195149"/>
            <a:ext cx="1359536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IN1</a:t>
            </a:r>
          </a:p>
        </p:txBody>
      </p:sp>
      <p:sp>
        <p:nvSpPr>
          <p:cNvPr id="427" name="AさんのGND"/>
          <p:cNvSpPr txBox="1"/>
          <p:nvPr/>
        </p:nvSpPr>
        <p:spPr>
          <a:xfrm>
            <a:off x="6279346" y="7935994"/>
            <a:ext cx="4083051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AさんのGND</a:t>
            </a:r>
          </a:p>
        </p:txBody>
      </p:sp>
      <p:sp>
        <p:nvSpPr>
          <p:cNvPr id="428" name="OUT1"/>
          <p:cNvSpPr txBox="1"/>
          <p:nvPr/>
        </p:nvSpPr>
        <p:spPr>
          <a:xfrm>
            <a:off x="5222561" y="5417684"/>
            <a:ext cx="1974851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OUT1</a:t>
            </a:r>
          </a:p>
        </p:txBody>
      </p:sp>
      <p:sp>
        <p:nvSpPr>
          <p:cNvPr id="448" name="接続の線"/>
          <p:cNvSpPr/>
          <p:nvPr/>
        </p:nvSpPr>
        <p:spPr>
          <a:xfrm>
            <a:off x="6280337" y="7926339"/>
            <a:ext cx="8410740" cy="25612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101600">
            <a:solidFill>
              <a:srgbClr val="EC5D57"/>
            </a:solidFill>
            <a:miter lim="400000"/>
          </a:ln>
        </p:spPr>
        <p:txBody>
          <a:bodyPr/>
          <a:lstStyle/>
          <a:p>
            <a:pPr/>
          </a:p>
        </p:txBody>
      </p:sp>
      <p:grpSp>
        <p:nvGrpSpPr>
          <p:cNvPr id="432" name="グループ"/>
          <p:cNvGrpSpPr/>
          <p:nvPr/>
        </p:nvGrpSpPr>
        <p:grpSpPr>
          <a:xfrm rot="10878162">
            <a:off x="4815622" y="6628944"/>
            <a:ext cx="1529966" cy="458112"/>
            <a:chOff x="0" y="0"/>
            <a:chExt cx="1529965" cy="458111"/>
          </a:xfrm>
        </p:grpSpPr>
        <p:sp>
          <p:nvSpPr>
            <p:cNvPr id="430" name="四角形"/>
            <p:cNvSpPr/>
            <p:nvPr/>
          </p:nvSpPr>
          <p:spPr>
            <a:xfrm>
              <a:off x="0" y="0"/>
              <a:ext cx="634101" cy="45811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31" name="線"/>
            <p:cNvSpPr/>
            <p:nvPr/>
          </p:nvSpPr>
          <p:spPr>
            <a:xfrm>
              <a:off x="631775" y="229055"/>
              <a:ext cx="898191" cy="1"/>
            </a:xfrm>
            <a:prstGeom prst="line">
              <a:avLst/>
            </a:prstGeom>
            <a:noFill/>
            <a:ln w="101600" cap="flat">
              <a:solidFill>
                <a:srgbClr val="A6AAA9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449" name="接続の線"/>
          <p:cNvSpPr/>
          <p:nvPr/>
        </p:nvSpPr>
        <p:spPr>
          <a:xfrm>
            <a:off x="6242386" y="6892511"/>
            <a:ext cx="7759723" cy="7024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412" fill="norm" stroke="1" extrusionOk="0">
                <a:moveTo>
                  <a:pt x="0" y="19412"/>
                </a:moveTo>
                <a:cubicBezTo>
                  <a:pt x="4611" y="4058"/>
                  <a:pt x="11811" y="-2188"/>
                  <a:pt x="21600" y="674"/>
                </a:cubicBezTo>
              </a:path>
            </a:pathLst>
          </a:custGeom>
          <a:ln w="101600">
            <a:solidFill>
              <a:srgbClr val="000000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434" name="線"/>
          <p:cNvSpPr/>
          <p:nvPr/>
        </p:nvSpPr>
        <p:spPr>
          <a:xfrm>
            <a:off x="14522375" y="6927064"/>
            <a:ext cx="898191" cy="1"/>
          </a:xfrm>
          <a:prstGeom prst="line">
            <a:avLst/>
          </a:prstGeom>
          <a:ln w="101600">
            <a:solidFill>
              <a:srgbClr val="A6AAA9"/>
            </a:solidFill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grpSp>
        <p:nvGrpSpPr>
          <p:cNvPr id="437" name="グループ"/>
          <p:cNvGrpSpPr/>
          <p:nvPr/>
        </p:nvGrpSpPr>
        <p:grpSpPr>
          <a:xfrm rot="19655909">
            <a:off x="4874059" y="7349507"/>
            <a:ext cx="1413091" cy="1015867"/>
            <a:chOff x="0" y="0"/>
            <a:chExt cx="1413090" cy="1015865"/>
          </a:xfrm>
        </p:grpSpPr>
        <p:sp>
          <p:nvSpPr>
            <p:cNvPr id="435" name="四角形"/>
            <p:cNvSpPr/>
            <p:nvPr/>
          </p:nvSpPr>
          <p:spPr>
            <a:xfrm rot="12751864">
              <a:off x="705558" y="423197"/>
              <a:ext cx="634102" cy="45811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36" name="線"/>
            <p:cNvSpPr/>
            <p:nvPr/>
          </p:nvSpPr>
          <p:spPr>
            <a:xfrm flipH="1" flipV="1">
              <a:off x="0" y="0"/>
              <a:ext cx="757264" cy="483008"/>
            </a:xfrm>
            <a:prstGeom prst="line">
              <a:avLst/>
            </a:prstGeom>
            <a:noFill/>
            <a:ln w="101600" cap="flat">
              <a:solidFill>
                <a:srgbClr val="A6AAA9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438" name="四角形"/>
          <p:cNvSpPr/>
          <p:nvPr/>
        </p:nvSpPr>
        <p:spPr>
          <a:xfrm>
            <a:off x="14002112" y="6698008"/>
            <a:ext cx="634102" cy="45811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439" name="線"/>
          <p:cNvSpPr/>
          <p:nvPr/>
        </p:nvSpPr>
        <p:spPr>
          <a:xfrm>
            <a:off x="14813122" y="4433916"/>
            <a:ext cx="898190" cy="1"/>
          </a:xfrm>
          <a:prstGeom prst="line">
            <a:avLst/>
          </a:prstGeom>
          <a:ln w="101600">
            <a:solidFill>
              <a:srgbClr val="A6AAA9"/>
            </a:solidFill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sp>
        <p:nvSpPr>
          <p:cNvPr id="440" name="四角形"/>
          <p:cNvSpPr/>
          <p:nvPr/>
        </p:nvSpPr>
        <p:spPr>
          <a:xfrm>
            <a:off x="14501155" y="4259291"/>
            <a:ext cx="634102" cy="458112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FFFFFF"/>
                </a:solidFill>
              </a:defRPr>
            </a:pPr>
          </a:p>
        </p:txBody>
      </p:sp>
      <p:grpSp>
        <p:nvGrpSpPr>
          <p:cNvPr id="443" name="グループ"/>
          <p:cNvGrpSpPr/>
          <p:nvPr/>
        </p:nvGrpSpPr>
        <p:grpSpPr>
          <a:xfrm rot="10878162">
            <a:off x="4815622" y="10471636"/>
            <a:ext cx="1529966" cy="458113"/>
            <a:chOff x="0" y="0"/>
            <a:chExt cx="1529965" cy="458111"/>
          </a:xfrm>
        </p:grpSpPr>
        <p:sp>
          <p:nvSpPr>
            <p:cNvPr id="441" name="四角形"/>
            <p:cNvSpPr/>
            <p:nvPr/>
          </p:nvSpPr>
          <p:spPr>
            <a:xfrm>
              <a:off x="0" y="0"/>
              <a:ext cx="634101" cy="45811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442" name="線"/>
            <p:cNvSpPr/>
            <p:nvPr/>
          </p:nvSpPr>
          <p:spPr>
            <a:xfrm>
              <a:off x="631775" y="229055"/>
              <a:ext cx="898191" cy="1"/>
            </a:xfrm>
            <a:prstGeom prst="line">
              <a:avLst/>
            </a:prstGeom>
            <a:noFill/>
            <a:ln w="101600" cap="flat">
              <a:solidFill>
                <a:srgbClr val="A6AAA9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450" name="接続の線"/>
          <p:cNvSpPr/>
          <p:nvPr/>
        </p:nvSpPr>
        <p:spPr>
          <a:xfrm>
            <a:off x="6350274" y="4569677"/>
            <a:ext cx="8150882" cy="20908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101600">
            <a:solidFill>
              <a:srgbClr val="0365C0"/>
            </a:solidFill>
            <a:miter lim="400000"/>
          </a:ln>
        </p:spPr>
        <p:txBody>
          <a:bodyPr/>
          <a:lstStyle/>
          <a:p>
            <a:pPr/>
          </a:p>
        </p:txBody>
      </p:sp>
      <p:grpSp>
        <p:nvGrpSpPr>
          <p:cNvPr id="447" name="グループ"/>
          <p:cNvGrpSpPr/>
          <p:nvPr/>
        </p:nvGrpSpPr>
        <p:grpSpPr>
          <a:xfrm>
            <a:off x="14046948" y="7658570"/>
            <a:ext cx="1542514" cy="458113"/>
            <a:chOff x="0" y="0"/>
            <a:chExt cx="1542512" cy="458111"/>
          </a:xfrm>
        </p:grpSpPr>
        <p:sp>
          <p:nvSpPr>
            <p:cNvPr id="445" name="線"/>
            <p:cNvSpPr/>
            <p:nvPr/>
          </p:nvSpPr>
          <p:spPr>
            <a:xfrm>
              <a:off x="644322" y="229056"/>
              <a:ext cx="898191" cy="1"/>
            </a:xfrm>
            <a:prstGeom prst="line">
              <a:avLst/>
            </a:prstGeom>
            <a:noFill/>
            <a:ln w="101600" cap="flat">
              <a:solidFill>
                <a:srgbClr val="A6AAA9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446" name="四角形"/>
            <p:cNvSpPr/>
            <p:nvPr/>
          </p:nvSpPr>
          <p:spPr>
            <a:xfrm>
              <a:off x="0" y="0"/>
              <a:ext cx="634101" cy="45811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スペースキーをおしてみよう…"/>
          <p:cNvSpPr txBox="1"/>
          <p:nvPr>
            <p:ph type="title"/>
          </p:nvPr>
        </p:nvSpPr>
        <p:spPr>
          <a:xfrm>
            <a:off x="11377115" y="7783573"/>
            <a:ext cx="17916301" cy="3973918"/>
          </a:xfrm>
          <a:prstGeom prst="rect">
            <a:avLst/>
          </a:prstGeom>
        </p:spPr>
        <p:txBody>
          <a:bodyPr/>
          <a:lstStyle/>
          <a:p>
            <a:pPr algn="l" defTabSz="550425">
              <a:defRPr sz="7504"/>
            </a:pPr>
            <a:r>
              <a:t>スペースキーをおしてみよう</a:t>
            </a:r>
          </a:p>
          <a:p>
            <a:pPr algn="l" defTabSz="550425">
              <a:defRPr sz="7504"/>
            </a:pPr>
            <a:r>
              <a:t>LEDだけで</a:t>
            </a:r>
          </a:p>
          <a:p>
            <a:pPr algn="l" defTabSz="550425">
              <a:defRPr sz="7504"/>
            </a:pPr>
            <a:r>
              <a:t>つたわる？</a:t>
            </a:r>
          </a:p>
        </p:txBody>
      </p:sp>
      <p:pic>
        <p:nvPicPr>
          <p:cNvPr id="453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543258" y="9187662"/>
            <a:ext cx="4818023" cy="4512655"/>
          </a:xfrm>
          <a:prstGeom prst="rect">
            <a:avLst/>
          </a:prstGeom>
          <a:ln w="12700">
            <a:miter lim="400000"/>
          </a:ln>
        </p:spPr>
      </p:pic>
      <p:sp>
        <p:nvSpPr>
          <p:cNvPr id="454" name="1 LED IN(1)…"/>
          <p:cNvSpPr txBox="1"/>
          <p:nvPr/>
        </p:nvSpPr>
        <p:spPr>
          <a:xfrm>
            <a:off x="2155049" y="3220846"/>
            <a:ext cx="20530707" cy="4206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algn="l" defTabSz="821531">
              <a:defRPr sz="8000">
                <a:solidFill>
                  <a:srgbClr val="000000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pPr>
            <a:r>
              <a:t>1 LED IN(1)</a:t>
            </a:r>
          </a:p>
          <a:p>
            <a:pPr algn="l" defTabSz="821531">
              <a:defRPr sz="8000">
                <a:solidFill>
                  <a:srgbClr val="000000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pPr>
            <a:r>
              <a:t>2 OUT BTN(32)</a:t>
            </a:r>
          </a:p>
          <a:p>
            <a:pPr algn="l" defTabSz="821531">
              <a:defRPr sz="8000">
                <a:solidFill>
                  <a:srgbClr val="000000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pPr>
            <a:r>
              <a:t>3 GOTO 1</a:t>
            </a:r>
          </a:p>
        </p:txBody>
      </p:sp>
      <p:sp>
        <p:nvSpPr>
          <p:cNvPr id="455" name="Shift+8"/>
          <p:cNvSpPr txBox="1"/>
          <p:nvPr/>
        </p:nvSpPr>
        <p:spPr>
          <a:xfrm>
            <a:off x="6912891" y="578525"/>
            <a:ext cx="5468296" cy="17691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algn="l" defTabSz="584200">
              <a:defRPr sz="8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Shift+8</a:t>
            </a:r>
          </a:p>
        </p:txBody>
      </p:sp>
      <p:sp>
        <p:nvSpPr>
          <p:cNvPr id="456" name="矢印"/>
          <p:cNvSpPr/>
          <p:nvPr/>
        </p:nvSpPr>
        <p:spPr>
          <a:xfrm rot="5400000">
            <a:off x="10463866" y="2011315"/>
            <a:ext cx="835095" cy="872264"/>
          </a:xfrm>
          <a:prstGeom prst="rightArrow">
            <a:avLst>
              <a:gd name="adj1" fmla="val 32000"/>
              <a:gd name="adj2" fmla="val 41420"/>
            </a:avLst>
          </a:prstGeom>
          <a:blipFill>
            <a:blip r:embed="rId3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7" name="矢印"/>
          <p:cNvSpPr/>
          <p:nvPr/>
        </p:nvSpPr>
        <p:spPr>
          <a:xfrm rot="5400000">
            <a:off x="12223698" y="2011315"/>
            <a:ext cx="835094" cy="872264"/>
          </a:xfrm>
          <a:prstGeom prst="rightArrow">
            <a:avLst>
              <a:gd name="adj1" fmla="val 32000"/>
              <a:gd name="adj2" fmla="val 41420"/>
            </a:avLst>
          </a:prstGeom>
          <a:blipFill>
            <a:blip r:embed="rId4"/>
          </a:blip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58" name="Shift+9"/>
          <p:cNvSpPr txBox="1"/>
          <p:nvPr/>
        </p:nvSpPr>
        <p:spPr>
          <a:xfrm>
            <a:off x="12256120" y="578525"/>
            <a:ext cx="5468296" cy="17691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algn="l" defTabSz="584200">
              <a:defRPr sz="8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Shift+9</a:t>
            </a:r>
          </a:p>
        </p:txBody>
      </p:sp>
      <p:pic>
        <p:nvPicPr>
          <p:cNvPr id="459" name="pasted-image.png" descr="pasted-image.png"/>
          <p:cNvPicPr>
            <a:picLocks noChangeAspect="1"/>
          </p:cNvPicPr>
          <p:nvPr/>
        </p:nvPicPr>
        <p:blipFill>
          <a:blip r:embed="rId5">
            <a:extLst/>
          </a:blip>
          <a:srcRect l="0" t="0" r="1643" b="0"/>
          <a:stretch>
            <a:fillRect/>
          </a:stretch>
        </p:blipFill>
        <p:spPr>
          <a:xfrm>
            <a:off x="623734" y="8843465"/>
            <a:ext cx="8642610" cy="3638208"/>
          </a:xfrm>
          <a:prstGeom prst="rect">
            <a:avLst/>
          </a:prstGeom>
          <a:ln w="12700">
            <a:miter lim="400000"/>
          </a:ln>
        </p:spPr>
      </p:pic>
      <p:sp>
        <p:nvSpPr>
          <p:cNvPr id="460" name="円形"/>
          <p:cNvSpPr/>
          <p:nvPr/>
        </p:nvSpPr>
        <p:spPr>
          <a:xfrm>
            <a:off x="3268126" y="8754527"/>
            <a:ext cx="914666" cy="914666"/>
          </a:xfrm>
          <a:prstGeom prst="ellipse">
            <a:avLst/>
          </a:prstGeom>
          <a:ln w="254000">
            <a:solidFill>
              <a:srgbClr val="C82506"/>
            </a:solidFill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pPr>
          </a:p>
        </p:txBody>
      </p:sp>
      <p:sp>
        <p:nvSpPr>
          <p:cNvPr id="461" name="F5キーでうごかす"/>
          <p:cNvSpPr txBox="1"/>
          <p:nvPr/>
        </p:nvSpPr>
        <p:spPr>
          <a:xfrm>
            <a:off x="3050479" y="7512091"/>
            <a:ext cx="5874714" cy="14404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algn="l" defTabSz="397256">
              <a:defRPr sz="544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F5キーでうごかす</a:t>
            </a:r>
          </a:p>
        </p:txBody>
      </p:sp>
      <p:sp>
        <p:nvSpPr>
          <p:cNvPr id="462" name="円形"/>
          <p:cNvSpPr/>
          <p:nvPr/>
        </p:nvSpPr>
        <p:spPr>
          <a:xfrm>
            <a:off x="4110851" y="11522305"/>
            <a:ext cx="914666" cy="914665"/>
          </a:xfrm>
          <a:prstGeom prst="ellipse">
            <a:avLst/>
          </a:prstGeom>
          <a:ln w="254000">
            <a:solidFill>
              <a:srgbClr val="C82506"/>
            </a:solidFill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4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pPr>
          </a:p>
        </p:txBody>
      </p:sp>
      <p:sp>
        <p:nvSpPr>
          <p:cNvPr id="463" name="スペースキー"/>
          <p:cNvSpPr txBox="1"/>
          <p:nvPr/>
        </p:nvSpPr>
        <p:spPr>
          <a:xfrm>
            <a:off x="2541639" y="12496455"/>
            <a:ext cx="5874714" cy="835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 algn="l" defTabSz="554990">
              <a:defRPr sz="57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スペースキー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AさんとBさん…"/>
          <p:cNvSpPr txBox="1"/>
          <p:nvPr>
            <p:ph type="title"/>
          </p:nvPr>
        </p:nvSpPr>
        <p:spPr>
          <a:xfrm>
            <a:off x="754209" y="1102585"/>
            <a:ext cx="22875582" cy="6560837"/>
          </a:xfrm>
          <a:prstGeom prst="rect">
            <a:avLst/>
          </a:prstGeom>
        </p:spPr>
        <p:txBody>
          <a:bodyPr/>
          <a:lstStyle/>
          <a:p>
            <a:pPr/>
            <a:r>
              <a:t>AさんとBさん</a:t>
            </a:r>
          </a:p>
          <a:p>
            <a:pPr/>
            <a:r>
              <a:t>おたがいみえない</a:t>
            </a:r>
          </a:p>
          <a:p>
            <a:pPr/>
            <a:r>
              <a:t>とおくにいきます</a:t>
            </a:r>
          </a:p>
        </p:txBody>
      </p:sp>
      <p:pic>
        <p:nvPicPr>
          <p:cNvPr id="466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おちあうばしょを…"/>
          <p:cNvSpPr txBox="1"/>
          <p:nvPr>
            <p:ph type="title"/>
          </p:nvPr>
        </p:nvSpPr>
        <p:spPr>
          <a:xfrm>
            <a:off x="3227914" y="467904"/>
            <a:ext cx="18724588" cy="12006999"/>
          </a:xfrm>
          <a:prstGeom prst="rect">
            <a:avLst/>
          </a:prstGeom>
        </p:spPr>
        <p:txBody>
          <a:bodyPr/>
          <a:lstStyle/>
          <a:p>
            <a:pPr algn="l" defTabSz="591502">
              <a:defRPr sz="8064"/>
            </a:pPr>
            <a:r>
              <a:t>おちあうばしょを</a:t>
            </a:r>
          </a:p>
          <a:p>
            <a:pPr algn="l" defTabSz="591502">
              <a:defRPr sz="8064"/>
            </a:pPr>
            <a:r>
              <a:t>つたえるやくそくをきめよう（3分）</a:t>
            </a:r>
          </a:p>
          <a:p>
            <a:pPr algn="l" defTabSz="591502">
              <a:defRPr sz="8064"/>
            </a:pPr>
          </a:p>
          <a:p>
            <a:pPr algn="l" defTabSz="591502">
              <a:defRPr sz="8064"/>
            </a:pPr>
            <a:r>
              <a:t>1. はしのした</a:t>
            </a:r>
          </a:p>
          <a:p>
            <a:pPr algn="l" defTabSz="591502">
              <a:defRPr sz="8064"/>
            </a:pPr>
            <a:r>
              <a:t>2. しょうがっこう</a:t>
            </a:r>
          </a:p>
          <a:p>
            <a:pPr algn="l" defTabSz="591502">
              <a:defRPr sz="8064"/>
            </a:pPr>
            <a:r>
              <a:t>3. さばええき</a:t>
            </a:r>
          </a:p>
          <a:p>
            <a:pPr algn="l" defTabSz="591502">
              <a:defRPr sz="8064"/>
            </a:pPr>
            <a:r>
              <a:t>4. しやくしょ</a:t>
            </a:r>
          </a:p>
          <a:p>
            <a:pPr algn="l" defTabSz="591502">
              <a:defRPr sz="8064"/>
            </a:pPr>
            <a:r>
              <a:t>5. こうみんかん </a:t>
            </a:r>
          </a:p>
        </p:txBody>
      </p:sp>
      <p:pic>
        <p:nvPicPr>
          <p:cNvPr id="469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568825" y="8305944"/>
            <a:ext cx="4818022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Aさんにこっそり教えるよ…"/>
          <p:cNvSpPr txBox="1"/>
          <p:nvPr>
            <p:ph type="title"/>
          </p:nvPr>
        </p:nvSpPr>
        <p:spPr>
          <a:xfrm>
            <a:off x="3233849" y="2455703"/>
            <a:ext cx="17916303" cy="4955938"/>
          </a:xfrm>
          <a:prstGeom prst="rect">
            <a:avLst/>
          </a:prstGeom>
        </p:spPr>
        <p:txBody>
          <a:bodyPr/>
          <a:lstStyle/>
          <a:p>
            <a:pPr/>
            <a:r>
              <a:t>Aさんにこっそり教えるよ</a:t>
            </a:r>
          </a:p>
          <a:p>
            <a:pPr/>
            <a:r>
              <a:t>Bさんはふせてね</a:t>
            </a:r>
          </a:p>
        </p:txBody>
      </p:sp>
      <p:pic>
        <p:nvPicPr>
          <p:cNvPr id="472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3. さばええき"/>
          <p:cNvSpPr txBox="1"/>
          <p:nvPr>
            <p:ph type="title"/>
          </p:nvPr>
        </p:nvSpPr>
        <p:spPr>
          <a:xfrm>
            <a:off x="3233849" y="2455703"/>
            <a:ext cx="17916303" cy="4955938"/>
          </a:xfrm>
          <a:prstGeom prst="rect">
            <a:avLst/>
          </a:prstGeom>
        </p:spPr>
        <p:txBody>
          <a:bodyPr/>
          <a:lstStyle/>
          <a:p>
            <a:pPr/>
            <a:r>
              <a:t>3. さばええき</a:t>
            </a:r>
          </a:p>
        </p:txBody>
      </p:sp>
      <p:pic>
        <p:nvPicPr>
          <p:cNvPr id="475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AさんはBさんにおくろう"/>
          <p:cNvSpPr txBox="1"/>
          <p:nvPr>
            <p:ph type="title"/>
          </p:nvPr>
        </p:nvSpPr>
        <p:spPr>
          <a:xfrm>
            <a:off x="3233849" y="2455703"/>
            <a:ext cx="17916303" cy="4955938"/>
          </a:xfrm>
          <a:prstGeom prst="rect">
            <a:avLst/>
          </a:prstGeom>
        </p:spPr>
        <p:txBody>
          <a:bodyPr/>
          <a:lstStyle/>
          <a:p>
            <a:pPr/>
            <a:r>
              <a:t>AさんはBさんにおくろう</a:t>
            </a:r>
          </a:p>
        </p:txBody>
      </p:sp>
      <p:pic>
        <p:nvPicPr>
          <p:cNvPr id="478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3. さばええき"/>
          <p:cNvSpPr txBox="1"/>
          <p:nvPr>
            <p:ph type="title"/>
          </p:nvPr>
        </p:nvSpPr>
        <p:spPr>
          <a:xfrm>
            <a:off x="3233849" y="2455703"/>
            <a:ext cx="17916303" cy="4955938"/>
          </a:xfrm>
          <a:prstGeom prst="rect">
            <a:avLst/>
          </a:prstGeom>
        </p:spPr>
        <p:txBody>
          <a:bodyPr/>
          <a:lstStyle/>
          <a:p>
            <a:pPr/>
            <a:r>
              <a:t>3. さばええき</a:t>
            </a:r>
          </a:p>
        </p:txBody>
      </p:sp>
      <p:pic>
        <p:nvPicPr>
          <p:cNvPr id="481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どんなやくそくにした！？"/>
          <p:cNvSpPr txBox="1"/>
          <p:nvPr>
            <p:ph type="title"/>
          </p:nvPr>
        </p:nvSpPr>
        <p:spPr>
          <a:xfrm>
            <a:off x="3233849" y="2455703"/>
            <a:ext cx="17916303" cy="4955938"/>
          </a:xfrm>
          <a:prstGeom prst="rect">
            <a:avLst/>
          </a:prstGeom>
        </p:spPr>
        <p:txBody>
          <a:bodyPr/>
          <a:lstStyle/>
          <a:p>
            <a:pPr/>
            <a:r>
              <a:t>どんなやくそくにした！？</a:t>
            </a:r>
          </a:p>
        </p:txBody>
      </p:sp>
      <p:pic>
        <p:nvPicPr>
          <p:cNvPr id="484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Bさんにこっそり教えるよ…"/>
          <p:cNvSpPr txBox="1"/>
          <p:nvPr>
            <p:ph type="title"/>
          </p:nvPr>
        </p:nvSpPr>
        <p:spPr>
          <a:xfrm>
            <a:off x="3233849" y="2455703"/>
            <a:ext cx="17916303" cy="4955938"/>
          </a:xfrm>
          <a:prstGeom prst="rect">
            <a:avLst/>
          </a:prstGeom>
        </p:spPr>
        <p:txBody>
          <a:bodyPr/>
          <a:lstStyle/>
          <a:p>
            <a:pPr/>
            <a:r>
              <a:t>Bさんにこっそり教えるよ</a:t>
            </a:r>
          </a:p>
          <a:p>
            <a:pPr/>
            <a:r>
              <a:t>Aさんはふせてね</a:t>
            </a:r>
          </a:p>
        </p:txBody>
      </p:sp>
      <p:pic>
        <p:nvPicPr>
          <p:cNvPr id="487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4. しやくしょ"/>
          <p:cNvSpPr txBox="1"/>
          <p:nvPr>
            <p:ph type="title"/>
          </p:nvPr>
        </p:nvSpPr>
        <p:spPr>
          <a:xfrm>
            <a:off x="3233849" y="2455703"/>
            <a:ext cx="17916303" cy="4955938"/>
          </a:xfrm>
          <a:prstGeom prst="rect">
            <a:avLst/>
          </a:prstGeom>
        </p:spPr>
        <p:txBody>
          <a:bodyPr/>
          <a:lstStyle/>
          <a:p>
            <a:pPr/>
            <a:r>
              <a:t>4. しやくしょ</a:t>
            </a:r>
          </a:p>
        </p:txBody>
      </p:sp>
      <p:pic>
        <p:nvPicPr>
          <p:cNvPr id="490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BさんはAさんにおくろう"/>
          <p:cNvSpPr txBox="1"/>
          <p:nvPr>
            <p:ph type="title"/>
          </p:nvPr>
        </p:nvSpPr>
        <p:spPr>
          <a:xfrm>
            <a:off x="3233849" y="2455703"/>
            <a:ext cx="17916303" cy="4955938"/>
          </a:xfrm>
          <a:prstGeom prst="rect">
            <a:avLst/>
          </a:prstGeom>
        </p:spPr>
        <p:txBody>
          <a:bodyPr/>
          <a:lstStyle/>
          <a:p>
            <a:pPr/>
            <a:r>
              <a:t>BさんはAさんにおくろう</a:t>
            </a:r>
          </a:p>
        </p:txBody>
      </p:sp>
      <p:pic>
        <p:nvPicPr>
          <p:cNvPr id="493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4. しやくしょ"/>
          <p:cNvSpPr txBox="1"/>
          <p:nvPr>
            <p:ph type="title"/>
          </p:nvPr>
        </p:nvSpPr>
        <p:spPr>
          <a:xfrm>
            <a:off x="3233849" y="2455703"/>
            <a:ext cx="17916303" cy="4955938"/>
          </a:xfrm>
          <a:prstGeom prst="rect">
            <a:avLst/>
          </a:prstGeom>
        </p:spPr>
        <p:txBody>
          <a:bodyPr/>
          <a:lstStyle/>
          <a:p>
            <a:pPr/>
            <a:r>
              <a:t>4. しやくしょ</a:t>
            </a:r>
          </a:p>
        </p:txBody>
      </p:sp>
      <p:pic>
        <p:nvPicPr>
          <p:cNvPr id="496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やくそく＝プロトコル"/>
          <p:cNvSpPr txBox="1"/>
          <p:nvPr>
            <p:ph type="title"/>
          </p:nvPr>
        </p:nvSpPr>
        <p:spPr>
          <a:xfrm>
            <a:off x="3233849" y="2455703"/>
            <a:ext cx="17916303" cy="4955938"/>
          </a:xfrm>
          <a:prstGeom prst="rect">
            <a:avLst/>
          </a:prstGeom>
        </p:spPr>
        <p:txBody>
          <a:bodyPr/>
          <a:lstStyle/>
          <a:p>
            <a:pPr/>
            <a:r>
              <a:t>やくそく＝プロトコル</a:t>
            </a:r>
          </a:p>
        </p:txBody>
      </p:sp>
      <p:pic>
        <p:nvPicPr>
          <p:cNvPr id="499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8364047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「ひらがな」をつたえるとしたら？…"/>
          <p:cNvSpPr txBox="1"/>
          <p:nvPr>
            <p:ph type="title"/>
          </p:nvPr>
        </p:nvSpPr>
        <p:spPr>
          <a:xfrm>
            <a:off x="907979" y="972497"/>
            <a:ext cx="22568042" cy="7846795"/>
          </a:xfrm>
          <a:prstGeom prst="rect">
            <a:avLst/>
          </a:prstGeom>
        </p:spPr>
        <p:txBody>
          <a:bodyPr/>
          <a:lstStyle/>
          <a:p>
            <a:pPr defTabSz="632579">
              <a:defRPr sz="8624"/>
            </a:pPr>
            <a:r>
              <a:t>「ひらがな」をつたえるとしたら？</a:t>
            </a:r>
          </a:p>
          <a:p>
            <a:pPr defTabSz="632579">
              <a:defRPr sz="8624"/>
            </a:pPr>
          </a:p>
          <a:p>
            <a:pPr defTabSz="632579">
              <a:defRPr sz="8624"/>
            </a:pPr>
            <a:r>
              <a:t>たとえば</a:t>
            </a:r>
          </a:p>
          <a:p>
            <a:pPr defTabSz="632579">
              <a:defRPr sz="8624"/>
            </a:pPr>
            <a:r>
              <a:t>しいんを１〜10回、ぼいんを１〜5回</a:t>
            </a:r>
          </a:p>
          <a:p>
            <a:pPr defTabSz="632579">
              <a:defRPr sz="8624"/>
            </a:pPr>
            <a:r>
              <a:t>1回1回＝あ、3回2回＝し</a:t>
            </a:r>
          </a:p>
        </p:txBody>
      </p:sp>
      <p:pic>
        <p:nvPicPr>
          <p:cNvPr id="502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82988" y="9129132"/>
            <a:ext cx="4818023" cy="4512655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UART プロトコル"/>
          <p:cNvSpPr txBox="1"/>
          <p:nvPr>
            <p:ph type="title"/>
          </p:nvPr>
        </p:nvSpPr>
        <p:spPr>
          <a:xfrm>
            <a:off x="3233849" y="625078"/>
            <a:ext cx="17916301" cy="3036094"/>
          </a:xfrm>
          <a:prstGeom prst="rect">
            <a:avLst/>
          </a:prstGeom>
        </p:spPr>
        <p:txBody>
          <a:bodyPr/>
          <a:lstStyle/>
          <a:p>
            <a:pPr/>
            <a:r>
              <a:t>UART プロトコル</a:t>
            </a:r>
          </a:p>
        </p:txBody>
      </p:sp>
      <p:sp>
        <p:nvSpPr>
          <p:cNvPr id="505" name="100万分の8.68秒…"/>
          <p:cNvSpPr txBox="1"/>
          <p:nvPr/>
        </p:nvSpPr>
        <p:spPr>
          <a:xfrm>
            <a:off x="2475268" y="8369298"/>
            <a:ext cx="5351146" cy="1730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defTabSz="821531">
              <a:defRPr sz="5000">
                <a:solidFill>
                  <a:srgbClr val="000000"/>
                </a:solidFill>
              </a:defRPr>
            </a:pPr>
            <a:r>
              <a:t>100万分の8.68秒</a:t>
            </a:r>
          </a:p>
          <a:p>
            <a:pPr defTabSz="821531">
              <a:defRPr sz="5000">
                <a:solidFill>
                  <a:srgbClr val="000000"/>
                </a:solidFill>
              </a:defRPr>
            </a:pPr>
            <a:r>
              <a:t>115,200bps</a:t>
            </a:r>
          </a:p>
        </p:txBody>
      </p:sp>
      <p:sp>
        <p:nvSpPr>
          <p:cNvPr id="506" name="0"/>
          <p:cNvSpPr txBox="1"/>
          <p:nvPr/>
        </p:nvSpPr>
        <p:spPr>
          <a:xfrm>
            <a:off x="2205522" y="6958458"/>
            <a:ext cx="572771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507" name="1"/>
          <p:cNvSpPr txBox="1"/>
          <p:nvPr/>
        </p:nvSpPr>
        <p:spPr>
          <a:xfrm>
            <a:off x="2169803" y="5591989"/>
            <a:ext cx="572771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508" name="100万分の86.8秒で1文字(8bit)送信…"/>
          <p:cNvSpPr txBox="1"/>
          <p:nvPr/>
        </p:nvSpPr>
        <p:spPr>
          <a:xfrm>
            <a:off x="11027518" y="10577155"/>
            <a:ext cx="12407266" cy="2365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defTabSz="821531">
              <a:defRPr sz="5000">
                <a:solidFill>
                  <a:srgbClr val="000000"/>
                </a:solidFill>
              </a:defRPr>
            </a:pPr>
            <a:r>
              <a:t>100万分の86.8秒で1文字(8bit)送信</a:t>
            </a:r>
          </a:p>
          <a:p>
            <a:pPr defTabSz="821531">
              <a:defRPr sz="10000">
                <a:solidFill>
                  <a:srgbClr val="000000"/>
                </a:solidFill>
              </a:defRPr>
            </a:pPr>
            <a:r>
              <a:t>→ 1秒間に約1万文字</a:t>
            </a:r>
          </a:p>
        </p:txBody>
      </p:sp>
      <p:graphicFrame>
        <p:nvGraphicFramePr>
          <p:cNvPr id="509" name="表1"/>
          <p:cNvGraphicFramePr/>
          <p:nvPr/>
        </p:nvGraphicFramePr>
        <p:xfrm>
          <a:off x="3184221" y="6076167"/>
          <a:ext cx="17943091" cy="1307776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1194936"/>
                <a:gridCol w="1194936"/>
                <a:gridCol w="1194936"/>
                <a:gridCol w="1194936"/>
                <a:gridCol w="1194936"/>
                <a:gridCol w="1194936"/>
                <a:gridCol w="1194936"/>
                <a:gridCol w="1194936"/>
                <a:gridCol w="1194936"/>
                <a:gridCol w="1194936"/>
                <a:gridCol w="1194936"/>
                <a:gridCol w="1194936"/>
                <a:gridCol w="1194936"/>
                <a:gridCol w="1194936"/>
                <a:gridCol w="1194936"/>
              </a:tblGrid>
              <a:tr h="1269674">
                <a:tc>
                  <a:txBody>
                    <a:bodyPr/>
                    <a:lstStyle/>
                    <a:p>
                      <a:pPr defTabSz="914400">
                        <a:defRPr sz="3600"/>
                      </a:pPr>
                    </a:p>
                  </a:txBody>
                  <a:tcPr marL="50800" marR="50800" marT="50800" marB="50800" anchor="ctr" anchorCtr="0" horzOverflow="overflow">
                    <a:lnL w="3175">
                      <a:miter lim="400000"/>
                    </a:lnL>
                    <a:lnR w="50800">
                      <a:solidFill>
                        <a:srgbClr val="000000"/>
                      </a:solidFill>
                      <a:miter lim="400000"/>
                    </a:lnR>
                    <a:lnT w="508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A6AAA9"/>
                      </a:solidFill>
                      <a:custDash>
                        <a:ds d="100000" sp="200000"/>
                      </a:custDash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600"/>
                      </a:pPr>
                    </a:p>
                  </a:txBody>
                  <a:tcPr marL="50800" marR="50800" marT="50800" marB="50800" anchor="ctr" anchorCtr="0" horzOverflow="overflow">
                    <a:lnL w="50800">
                      <a:solidFill>
                        <a:srgbClr val="000000"/>
                      </a:solidFill>
                      <a:miter lim="400000"/>
                    </a:lnL>
                    <a:lnR w="50800">
                      <a:solidFill>
                        <a:srgbClr val="A6AAA9"/>
                      </a:solidFill>
                      <a:miter lim="400000"/>
                    </a:lnR>
                    <a:lnT w="12700">
                      <a:miter lim="400000"/>
                    </a:lnT>
                    <a:lnB w="508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600"/>
                        <a:t>1</a:t>
                      </a:r>
                    </a:p>
                  </a:txBody>
                  <a:tcPr marL="50800" marR="50800" marT="50800" marB="50800" anchor="ctr" anchorCtr="0" horzOverflow="overflow">
                    <a:lnL w="50800">
                      <a:solidFill>
                        <a:srgbClr val="A6AAA9"/>
                      </a:solidFill>
                      <a:miter lim="400000"/>
                    </a:lnL>
                    <a:lnR w="50800">
                      <a:solidFill>
                        <a:srgbClr val="A6AAA9"/>
                      </a:solidFill>
                      <a:miter lim="400000"/>
                    </a:lnR>
                    <a:lnT w="50800">
                      <a:solidFill>
                        <a:srgbClr val="A6AAA9"/>
                      </a:solidFill>
                      <a:miter lim="400000"/>
                    </a:lnT>
                    <a:lnB w="50800">
                      <a:solidFill>
                        <a:srgbClr val="A6AAA9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600"/>
                        <a:t>2</a:t>
                      </a:r>
                    </a:p>
                  </a:txBody>
                  <a:tcPr marL="50800" marR="50800" marT="50800" marB="50800" anchor="ctr" anchorCtr="0" horzOverflow="overflow">
                    <a:lnL w="50800">
                      <a:solidFill>
                        <a:srgbClr val="A6AAA9"/>
                      </a:solidFill>
                      <a:miter lim="400000"/>
                    </a:lnL>
                    <a:lnR w="50800">
                      <a:solidFill>
                        <a:srgbClr val="A6AAA9"/>
                      </a:solidFill>
                      <a:miter lim="400000"/>
                    </a:lnR>
                    <a:lnT w="50800">
                      <a:solidFill>
                        <a:srgbClr val="A6AAA9"/>
                      </a:solidFill>
                      <a:miter lim="400000"/>
                    </a:lnT>
                    <a:lnB w="50800">
                      <a:solidFill>
                        <a:srgbClr val="A6AAA9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600"/>
                        <a:t>3</a:t>
                      </a:r>
                    </a:p>
                  </a:txBody>
                  <a:tcPr marL="50800" marR="50800" marT="50800" marB="50800" anchor="ctr" anchorCtr="0" horzOverflow="overflow">
                    <a:lnL w="50800">
                      <a:solidFill>
                        <a:srgbClr val="A6AAA9"/>
                      </a:solidFill>
                      <a:miter lim="400000"/>
                    </a:lnL>
                    <a:lnR w="50800">
                      <a:solidFill>
                        <a:srgbClr val="A6AAA9"/>
                      </a:solidFill>
                      <a:miter lim="400000"/>
                    </a:lnR>
                    <a:lnT w="50800">
                      <a:solidFill>
                        <a:srgbClr val="A6AAA9"/>
                      </a:solidFill>
                      <a:miter lim="400000"/>
                    </a:lnT>
                    <a:lnB w="50800">
                      <a:solidFill>
                        <a:srgbClr val="A6AAA9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600"/>
                        <a:t>4</a:t>
                      </a:r>
                    </a:p>
                  </a:txBody>
                  <a:tcPr marL="50800" marR="50800" marT="50800" marB="50800" anchor="ctr" anchorCtr="0" horzOverflow="overflow">
                    <a:lnL w="50800">
                      <a:solidFill>
                        <a:srgbClr val="A6AAA9"/>
                      </a:solidFill>
                      <a:miter lim="400000"/>
                    </a:lnL>
                    <a:lnR w="50800">
                      <a:solidFill>
                        <a:srgbClr val="A6AAA9"/>
                      </a:solidFill>
                      <a:miter lim="400000"/>
                    </a:lnR>
                    <a:lnT w="50800">
                      <a:solidFill>
                        <a:srgbClr val="A6AAA9"/>
                      </a:solidFill>
                      <a:miter lim="400000"/>
                    </a:lnT>
                    <a:lnB w="50800">
                      <a:solidFill>
                        <a:srgbClr val="A6AAA9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600"/>
                        <a:t>5</a:t>
                      </a:r>
                    </a:p>
                  </a:txBody>
                  <a:tcPr marL="50800" marR="50800" marT="50800" marB="50800" anchor="ctr" anchorCtr="0" horzOverflow="overflow">
                    <a:lnL w="50800">
                      <a:solidFill>
                        <a:srgbClr val="A6AAA9"/>
                      </a:solidFill>
                      <a:miter lim="400000"/>
                    </a:lnL>
                    <a:lnR w="50800">
                      <a:solidFill>
                        <a:srgbClr val="A6AAA9"/>
                      </a:solidFill>
                      <a:miter lim="400000"/>
                    </a:lnR>
                    <a:lnT w="50800">
                      <a:solidFill>
                        <a:srgbClr val="A6AAA9"/>
                      </a:solidFill>
                      <a:miter lim="400000"/>
                    </a:lnT>
                    <a:lnB w="50800">
                      <a:solidFill>
                        <a:srgbClr val="A6AAA9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600"/>
                        <a:t>6</a:t>
                      </a:r>
                    </a:p>
                  </a:txBody>
                  <a:tcPr marL="50800" marR="50800" marT="50800" marB="50800" anchor="ctr" anchorCtr="0" horzOverflow="overflow">
                    <a:lnL w="50800">
                      <a:solidFill>
                        <a:srgbClr val="A6AAA9"/>
                      </a:solidFill>
                      <a:miter lim="400000"/>
                    </a:lnL>
                    <a:lnR w="50800">
                      <a:solidFill>
                        <a:srgbClr val="A6AAA9"/>
                      </a:solidFill>
                      <a:miter lim="400000"/>
                    </a:lnR>
                    <a:lnT w="50800">
                      <a:solidFill>
                        <a:srgbClr val="A6AAA9"/>
                      </a:solidFill>
                      <a:miter lim="400000"/>
                    </a:lnT>
                    <a:lnB w="50800">
                      <a:solidFill>
                        <a:srgbClr val="A6AAA9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600"/>
                        <a:t>7</a:t>
                      </a:r>
                    </a:p>
                  </a:txBody>
                  <a:tcPr marL="50800" marR="50800" marT="50800" marB="50800" anchor="ctr" anchorCtr="0" horzOverflow="overflow">
                    <a:lnL w="50800">
                      <a:solidFill>
                        <a:srgbClr val="A6AAA9"/>
                      </a:solidFill>
                      <a:miter lim="400000"/>
                    </a:lnL>
                    <a:lnR w="50800">
                      <a:solidFill>
                        <a:srgbClr val="A6AAA9"/>
                      </a:solidFill>
                      <a:miter lim="400000"/>
                    </a:lnR>
                    <a:lnT w="50800">
                      <a:solidFill>
                        <a:srgbClr val="A6AAA9"/>
                      </a:solidFill>
                      <a:miter lim="400000"/>
                    </a:lnT>
                    <a:lnB w="50800">
                      <a:solidFill>
                        <a:srgbClr val="A6AAA9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3600"/>
                        <a:t>8</a:t>
                      </a:r>
                    </a:p>
                  </a:txBody>
                  <a:tcPr marL="50800" marR="50800" marT="50800" marB="50800" anchor="ctr" anchorCtr="0" horzOverflow="overflow">
                    <a:lnL w="50800">
                      <a:solidFill>
                        <a:srgbClr val="A6AAA9"/>
                      </a:solidFill>
                      <a:miter lim="400000"/>
                    </a:lnL>
                    <a:lnR w="50800">
                      <a:solidFill>
                        <a:srgbClr val="000000"/>
                      </a:solidFill>
                      <a:miter lim="400000"/>
                    </a:lnR>
                    <a:lnT w="50800">
                      <a:solidFill>
                        <a:srgbClr val="A6AAA9"/>
                      </a:solidFill>
                      <a:miter lim="400000"/>
                    </a:lnT>
                    <a:lnB w="50800">
                      <a:solidFill>
                        <a:srgbClr val="A6AAA9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600"/>
                      </a:pPr>
                    </a:p>
                  </a:txBody>
                  <a:tcPr marL="50800" marR="50800" marT="50800" marB="50800" anchor="ctr" anchorCtr="0" horzOverflow="overflow">
                    <a:lnL w="50800">
                      <a:solidFill>
                        <a:srgbClr val="000000"/>
                      </a:solidFill>
                      <a:miter lim="400000"/>
                    </a:lnL>
                    <a:lnR w="50800">
                      <a:solidFill>
                        <a:srgbClr val="000000"/>
                      </a:solidFill>
                      <a:miter lim="400000"/>
                    </a:lnR>
                    <a:lnT w="50800">
                      <a:solidFill>
                        <a:srgbClr val="000000"/>
                      </a:solidFill>
                      <a:miter lim="400000"/>
                    </a:lnT>
                    <a:lnB w="12700">
                      <a:solidFill>
                        <a:srgbClr val="A6AAA9"/>
                      </a:solidFill>
                      <a:custDash>
                        <a:ds d="100000" sp="200000"/>
                      </a:custDash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600"/>
                      </a:pPr>
                    </a:p>
                  </a:txBody>
                  <a:tcPr marL="50800" marR="50800" marT="50800" marB="50800" anchor="ctr" anchorCtr="0" horzOverflow="overflow">
                    <a:lnL w="50800">
                      <a:solidFill>
                        <a:srgbClr val="000000"/>
                      </a:solidFill>
                      <a:miter lim="400000"/>
                    </a:lnL>
                    <a:lnR w="50800">
                      <a:solidFill>
                        <a:srgbClr val="A6AAA9"/>
                      </a:solidFill>
                      <a:miter lim="400000"/>
                    </a:lnR>
                    <a:lnT w="12700">
                      <a:miter lim="400000"/>
                    </a:lnT>
                    <a:lnB w="50800">
                      <a:solidFill>
                        <a:srgbClr val="000000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600"/>
                      </a:pPr>
                    </a:p>
                  </a:txBody>
                  <a:tcPr marL="50800" marR="50800" marT="50800" marB="50800" anchor="ctr" anchorCtr="0" horzOverflow="overflow">
                    <a:lnL w="50800">
                      <a:solidFill>
                        <a:srgbClr val="A6AAA9"/>
                      </a:solidFill>
                      <a:miter lim="400000"/>
                    </a:lnL>
                    <a:lnR w="50800">
                      <a:solidFill>
                        <a:srgbClr val="A6AAA9"/>
                      </a:solidFill>
                      <a:miter lim="400000"/>
                    </a:lnR>
                    <a:lnT w="50800">
                      <a:solidFill>
                        <a:srgbClr val="A6AAA9"/>
                      </a:solidFill>
                      <a:miter lim="400000"/>
                    </a:lnT>
                    <a:lnB w="50800">
                      <a:solidFill>
                        <a:srgbClr val="A6AAA9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600"/>
                      </a:pPr>
                    </a:p>
                  </a:txBody>
                  <a:tcPr marL="50800" marR="50800" marT="50800" marB="50800" anchor="ctr" anchorCtr="0" horzOverflow="overflow">
                    <a:lnL w="50800">
                      <a:solidFill>
                        <a:srgbClr val="A6AAA9"/>
                      </a:solidFill>
                      <a:miter lim="400000"/>
                    </a:lnL>
                    <a:lnR w="50800">
                      <a:solidFill>
                        <a:srgbClr val="A6AAA9"/>
                      </a:solidFill>
                      <a:miter lim="400000"/>
                    </a:lnR>
                    <a:lnT w="50800">
                      <a:solidFill>
                        <a:srgbClr val="A6AAA9"/>
                      </a:solidFill>
                      <a:miter lim="400000"/>
                    </a:lnT>
                    <a:lnB w="50800">
                      <a:solidFill>
                        <a:srgbClr val="A6AAA9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3600"/>
                      </a:pPr>
                    </a:p>
                  </a:txBody>
                  <a:tcPr marL="50800" marR="50800" marT="50800" marB="50800" anchor="ctr" anchorCtr="0" horzOverflow="overflow">
                    <a:lnL w="50800">
                      <a:solidFill>
                        <a:srgbClr val="A6AAA9"/>
                      </a:solidFill>
                      <a:miter lim="400000"/>
                    </a:lnL>
                    <a:lnR w="50800">
                      <a:solidFill>
                        <a:srgbClr val="A6AAA9"/>
                      </a:solidFill>
                      <a:miter lim="400000"/>
                    </a:lnR>
                    <a:lnT w="50800">
                      <a:solidFill>
                        <a:srgbClr val="A6AAA9"/>
                      </a:solidFill>
                      <a:miter lim="400000"/>
                    </a:lnT>
                    <a:lnB w="50800">
                      <a:solidFill>
                        <a:srgbClr val="A6AAA9"/>
                      </a:solidFill>
                      <a:miter lim="400000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10" name="双方向矢印"/>
          <p:cNvSpPr/>
          <p:nvPr/>
        </p:nvSpPr>
        <p:spPr>
          <a:xfrm>
            <a:off x="4360244" y="7673625"/>
            <a:ext cx="1214624" cy="369280"/>
          </a:xfrm>
          <a:prstGeom prst="leftRightArrow">
            <a:avLst>
              <a:gd name="adj1" fmla="val 19358"/>
              <a:gd name="adj2" fmla="val 56650"/>
            </a:avLst>
          </a:prstGeom>
          <a:solidFill>
            <a:srgbClr val="000000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511" name="おたがいタイミングをあわせる作戦"/>
          <p:cNvSpPr txBox="1"/>
          <p:nvPr/>
        </p:nvSpPr>
        <p:spPr>
          <a:xfrm>
            <a:off x="6717247" y="3801257"/>
            <a:ext cx="10296526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おたがいタイミングをあわせる作戦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ケータイの5Gは？"/>
          <p:cNvSpPr txBox="1"/>
          <p:nvPr>
            <p:ph type="title"/>
          </p:nvPr>
        </p:nvSpPr>
        <p:spPr>
          <a:xfrm>
            <a:off x="3233849" y="430893"/>
            <a:ext cx="17916301" cy="3036095"/>
          </a:xfrm>
          <a:prstGeom prst="rect">
            <a:avLst/>
          </a:prstGeom>
        </p:spPr>
        <p:txBody>
          <a:bodyPr/>
          <a:lstStyle/>
          <a:p>
            <a:pPr/>
            <a:r>
              <a:t>ケータイの5Gは？</a:t>
            </a:r>
          </a:p>
        </p:txBody>
      </p:sp>
      <p:sp>
        <p:nvSpPr>
          <p:cNvPr id="514" name="10Gbps = 1秒間に1億文字"/>
          <p:cNvSpPr txBox="1"/>
          <p:nvPr/>
        </p:nvSpPr>
        <p:spPr>
          <a:xfrm>
            <a:off x="2563304" y="10735398"/>
            <a:ext cx="19257392" cy="1666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12000">
                <a:solidFill>
                  <a:srgbClr val="000000"/>
                </a:solidFill>
              </a:defRPr>
            </a:lvl1pPr>
          </a:lstStyle>
          <a:p>
            <a:pPr/>
            <a:r>
              <a:t>10Gbps = 1秒間に1億文字</a:t>
            </a:r>
          </a:p>
        </p:txBody>
      </p:sp>
      <p:sp>
        <p:nvSpPr>
          <p:cNvPr id="515" name="直交周波数分割多重化（OFDMA）…"/>
          <p:cNvSpPr txBox="1"/>
          <p:nvPr/>
        </p:nvSpPr>
        <p:spPr>
          <a:xfrm>
            <a:off x="4564697" y="4198833"/>
            <a:ext cx="15254606" cy="2682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defTabSz="821531">
              <a:defRPr sz="5000">
                <a:solidFill>
                  <a:srgbClr val="000000"/>
                </a:solidFill>
              </a:defRPr>
            </a:pPr>
            <a:r>
              <a:t>直交周波数分割多重化（OFDMA）</a:t>
            </a:r>
          </a:p>
          <a:p>
            <a:pPr defTabSz="821531">
              <a:defRPr sz="5000">
                <a:solidFill>
                  <a:srgbClr val="000000"/>
                </a:solidFill>
              </a:defRPr>
            </a:pPr>
            <a:r>
              <a:t>または</a:t>
            </a:r>
          </a:p>
          <a:p>
            <a:pPr defTabSz="821531">
              <a:defRPr sz="5000">
                <a:solidFill>
                  <a:srgbClr val="000000"/>
                </a:solidFill>
              </a:defRPr>
            </a:pPr>
            <a:r>
              <a:t>単一キャリア周波数分割多重アクセス（SC-FDMA）</a:t>
            </a:r>
          </a:p>
        </p:txBody>
      </p:sp>
      <p:grpSp>
        <p:nvGrpSpPr>
          <p:cNvPr id="519" name="グループ"/>
          <p:cNvGrpSpPr/>
          <p:nvPr/>
        </p:nvGrpSpPr>
        <p:grpSpPr>
          <a:xfrm>
            <a:off x="6523729" y="7419369"/>
            <a:ext cx="11336542" cy="2326526"/>
            <a:chOff x="0" y="0"/>
            <a:chExt cx="11336540" cy="2326524"/>
          </a:xfrm>
        </p:grpSpPr>
        <p:pic>
          <p:nvPicPr>
            <p:cNvPr id="516" name="ペーストされたムービー.png" descr="ペーストされたムービー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3216674" cy="23265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17" name="ペーストされたムービー.png" descr="ペーストされたムービー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4059934" y="0"/>
              <a:ext cx="3216674" cy="23265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518" name="ペーストされたムービー.png" descr="ペーストされたムービー.pn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8119867" y="0"/>
              <a:ext cx="3216674" cy="2326525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</p:cSld>
  <p:clrMapOvr>
    <a:masterClrMapping/>
  </p:clrMapOvr>
  <p:transition xmlns:p14="http://schemas.microsoft.com/office/powerpoint/2010/main" spd="med" advClick="1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OK2"/>
          <p:cNvSpPr txBox="1"/>
          <p:nvPr/>
        </p:nvSpPr>
        <p:spPr>
          <a:xfrm>
            <a:off x="3597175" y="6246812"/>
            <a:ext cx="17189650" cy="1222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 defTabSz="821531">
              <a:defRPr sz="8400">
                <a:solidFill>
                  <a:srgbClr val="000000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OK2</a:t>
            </a:r>
          </a:p>
        </p:txBody>
      </p:sp>
      <p:pic>
        <p:nvPicPr>
          <p:cNvPr id="522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8355488" y="10940316"/>
            <a:ext cx="3008103" cy="2817449"/>
          </a:xfrm>
          <a:prstGeom prst="rect">
            <a:avLst/>
          </a:prstGeom>
          <a:ln w="12700">
            <a:miter lim="400000"/>
          </a:ln>
        </p:spPr>
      </p:pic>
      <p:sp>
        <p:nvSpPr>
          <p:cNvPr id="523" name="OK、エンターで…"/>
          <p:cNvSpPr/>
          <p:nvPr/>
        </p:nvSpPr>
        <p:spPr>
          <a:xfrm>
            <a:off x="11233546" y="5794902"/>
            <a:ext cx="9314317" cy="5051692"/>
          </a:xfrm>
          <a:prstGeom prst="wedgeEllipseCallout">
            <a:avLst>
              <a:gd name="adj1" fmla="val 31627"/>
              <a:gd name="adj2" fmla="val 64269"/>
            </a:avLst>
          </a:prstGeom>
          <a:solidFill>
            <a:srgbClr val="70BF41"/>
          </a:solidFill>
          <a:ln w="12700">
            <a:miter lim="400000"/>
          </a:ln>
          <a:effectLst>
            <a:outerShdw sx="100000" sy="100000" kx="0" ky="0" algn="b" rotWithShape="0" blurRad="50800" dist="25400" dir="540000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/>
          <a:lstStyle/>
          <a:p>
            <a:pPr defTabSz="821531">
              <a:defRPr sz="7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pPr>
            <a:r>
              <a:t>OK、エンターで</a:t>
            </a:r>
          </a:p>
          <a:p>
            <a:pPr defTabSz="821531">
              <a:defRPr sz="7000">
                <a:solidFill>
                  <a:srgbClr val="FFFFFF"/>
                </a:solidFill>
                <a:effectLst>
                  <a:outerShdw sx="100000" sy="100000" kx="0" ky="0" algn="b" rotWithShape="0" blurRad="38100" dist="12700" dir="5400000">
                    <a:srgbClr val="000000">
                      <a:alpha val="50000"/>
                    </a:srgbClr>
                  </a:outerShdw>
                </a:effectLst>
                <a:latin typeface="ヒラギノ角ゴ Pro W3"/>
                <a:ea typeface="ヒラギノ角ゴ Pro W3"/>
                <a:cs typeface="ヒラギノ角ゴ Pro W3"/>
                <a:sym typeface="ヒラギノ角ゴ Pro W3"/>
              </a:defRPr>
            </a:pPr>
            <a:r>
              <a:t>戻せるよ</a:t>
            </a:r>
          </a:p>
        </p:txBody>
      </p:sp>
      <p:sp>
        <p:nvSpPr>
          <p:cNvPr id="524" name="エラーをひょうじしない"/>
          <p:cNvSpPr txBox="1"/>
          <p:nvPr>
            <p:ph type="title"/>
          </p:nvPr>
        </p:nvSpPr>
        <p:spPr>
          <a:xfrm>
            <a:off x="3461370" y="3673078"/>
            <a:ext cx="10567542" cy="1803332"/>
          </a:xfrm>
          <a:prstGeom prst="rect">
            <a:avLst/>
          </a:prstGeom>
        </p:spPr>
        <p:txBody>
          <a:bodyPr>
            <a:normAutofit fontScale="100000" lnSpcReduction="0"/>
          </a:bodyPr>
          <a:lstStyle>
            <a:lvl1pPr algn="l">
              <a:defRPr sz="7000"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エラーをひょうじしない</a:t>
            </a:r>
          </a:p>
        </p:txBody>
      </p:sp>
      <p:pic>
        <p:nvPicPr>
          <p:cNvPr id="525" name="pasted-image.png" descr="pasted-image.png"/>
          <p:cNvPicPr>
            <a:picLocks noChangeAspect="1"/>
          </p:cNvPicPr>
          <p:nvPr/>
        </p:nvPicPr>
        <p:blipFill>
          <a:blip r:embed="rId3">
            <a:extLst/>
          </a:blip>
          <a:srcRect l="0" t="0" r="1643" b="0"/>
          <a:stretch>
            <a:fillRect/>
          </a:stretch>
        </p:blipFill>
        <p:spPr>
          <a:xfrm>
            <a:off x="2945109" y="10059934"/>
            <a:ext cx="8642610" cy="363820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29" name="グループ"/>
          <p:cNvGrpSpPr/>
          <p:nvPr/>
        </p:nvGrpSpPr>
        <p:grpSpPr>
          <a:xfrm>
            <a:off x="7166671" y="6266640"/>
            <a:ext cx="966189" cy="1004126"/>
            <a:chOff x="0" y="0"/>
            <a:chExt cx="966187" cy="1004124"/>
          </a:xfrm>
        </p:grpSpPr>
        <p:sp>
          <p:nvSpPr>
            <p:cNvPr id="526" name="四角形"/>
            <p:cNvSpPr/>
            <p:nvPr/>
          </p:nvSpPr>
          <p:spPr>
            <a:xfrm>
              <a:off x="0" y="0"/>
              <a:ext cx="966188" cy="1004125"/>
            </a:xfrm>
            <a:prstGeom prst="rect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  <p:sp>
          <p:nvSpPr>
            <p:cNvPr id="527" name="線"/>
            <p:cNvSpPr/>
            <p:nvPr/>
          </p:nvSpPr>
          <p:spPr>
            <a:xfrm flipH="1" flipV="1">
              <a:off x="137392" y="678087"/>
              <a:ext cx="597938" cy="1"/>
            </a:xfrm>
            <a:prstGeom prst="line">
              <a:avLst/>
            </a:prstGeom>
            <a:noFill/>
            <a:ln w="1016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  <p:sp>
          <p:nvSpPr>
            <p:cNvPr id="528" name="線"/>
            <p:cNvSpPr/>
            <p:nvPr/>
          </p:nvSpPr>
          <p:spPr>
            <a:xfrm flipH="1">
              <a:off x="706557" y="272536"/>
              <a:ext cx="3159" cy="443800"/>
            </a:xfrm>
            <a:prstGeom prst="line">
              <a:avLst/>
            </a:prstGeom>
            <a:noFill/>
            <a:ln w="1016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5600">
                  <a:solidFill>
                    <a:srgbClr val="FFFFFF"/>
                  </a:solidFill>
                  <a:effectLst>
                    <a:outerShdw sx="100000" sy="100000" kx="0" ky="0" algn="b" rotWithShape="0" blurRad="38100" dist="12700" dir="5400000">
                      <a:srgbClr val="000000">
                        <a:alpha val="50000"/>
                      </a:srgbClr>
                    </a:outerShdw>
                  </a:effectLst>
                  <a:latin typeface="ヒラギノ角ゴ Pro W3"/>
                  <a:ea typeface="ヒラギノ角ゴ Pro W3"/>
                  <a:cs typeface="ヒラギノ角ゴ Pro W3"/>
                  <a:sym typeface="ヒラギノ角ゴ Pro W3"/>
                </a:defRPr>
              </a:pP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rcRect l="0" t="0" r="27762" b="0"/>
          <a:stretch>
            <a:fillRect/>
          </a:stretch>
        </p:blipFill>
        <p:spPr>
          <a:xfrm>
            <a:off x="17892996" y="2601426"/>
            <a:ext cx="6494360" cy="7974801"/>
          </a:xfrm>
          <a:prstGeom prst="rect">
            <a:avLst/>
          </a:prstGeom>
          <a:ln w="12700">
            <a:miter lim="400000"/>
          </a:ln>
        </p:spPr>
      </p:pic>
      <p:sp>
        <p:nvSpPr>
          <p:cNvPr id="532" name="GND"/>
          <p:cNvSpPr txBox="1"/>
          <p:nvPr/>
        </p:nvSpPr>
        <p:spPr>
          <a:xfrm>
            <a:off x="6771448" y="5697788"/>
            <a:ext cx="166433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GND</a:t>
            </a:r>
          </a:p>
        </p:txBody>
      </p:sp>
      <p:sp>
        <p:nvSpPr>
          <p:cNvPr id="533" name="ジャンパーせんをつなぎかえよう IN1-&gt;RXD"/>
          <p:cNvSpPr txBox="1"/>
          <p:nvPr/>
        </p:nvSpPr>
        <p:spPr>
          <a:xfrm>
            <a:off x="2760154" y="107748"/>
            <a:ext cx="18863692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ジャンパーせんをつなぎかえよう IN1-&gt;RXD</a:t>
            </a:r>
          </a:p>
        </p:txBody>
      </p:sp>
      <p:sp>
        <p:nvSpPr>
          <p:cNvPr id="534" name="線"/>
          <p:cNvSpPr/>
          <p:nvPr/>
        </p:nvSpPr>
        <p:spPr>
          <a:xfrm>
            <a:off x="16706882" y="7508657"/>
            <a:ext cx="898191" cy="1"/>
          </a:xfrm>
          <a:prstGeom prst="line">
            <a:avLst/>
          </a:prstGeom>
          <a:ln w="101600">
            <a:solidFill>
              <a:srgbClr val="A6AAA9"/>
            </a:solidFill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sp>
        <p:nvSpPr>
          <p:cNvPr id="535" name="四角形"/>
          <p:cNvSpPr/>
          <p:nvPr/>
        </p:nvSpPr>
        <p:spPr>
          <a:xfrm>
            <a:off x="16031838" y="7251532"/>
            <a:ext cx="634102" cy="45811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FFFFFF"/>
                </a:solidFill>
              </a:defRPr>
            </a:pPr>
          </a:p>
        </p:txBody>
      </p:sp>
      <p:grpSp>
        <p:nvGrpSpPr>
          <p:cNvPr id="538" name="グループ"/>
          <p:cNvGrpSpPr/>
          <p:nvPr/>
        </p:nvGrpSpPr>
        <p:grpSpPr>
          <a:xfrm rot="10878162">
            <a:off x="6815872" y="4262837"/>
            <a:ext cx="1529966" cy="458113"/>
            <a:chOff x="0" y="0"/>
            <a:chExt cx="1529965" cy="458111"/>
          </a:xfrm>
        </p:grpSpPr>
        <p:sp>
          <p:nvSpPr>
            <p:cNvPr id="536" name="四角形"/>
            <p:cNvSpPr/>
            <p:nvPr/>
          </p:nvSpPr>
          <p:spPr>
            <a:xfrm>
              <a:off x="0" y="0"/>
              <a:ext cx="634101" cy="45811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37" name="線"/>
            <p:cNvSpPr/>
            <p:nvPr/>
          </p:nvSpPr>
          <p:spPr>
            <a:xfrm>
              <a:off x="631775" y="229055"/>
              <a:ext cx="898191" cy="1"/>
            </a:xfrm>
            <a:prstGeom prst="line">
              <a:avLst/>
            </a:prstGeom>
            <a:noFill/>
            <a:ln w="101600" cap="flat">
              <a:solidFill>
                <a:srgbClr val="A6AAA9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564" name="接続の線"/>
          <p:cNvSpPr/>
          <p:nvPr/>
        </p:nvSpPr>
        <p:spPr>
          <a:xfrm>
            <a:off x="8265015" y="6717895"/>
            <a:ext cx="7737344" cy="1226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1" fill="norm" stroke="1" extrusionOk="0">
                <a:moveTo>
                  <a:pt x="0" y="15776"/>
                </a:moveTo>
                <a:cubicBezTo>
                  <a:pt x="4690" y="-5399"/>
                  <a:pt x="11890" y="-5257"/>
                  <a:pt x="21600" y="16201"/>
                </a:cubicBezTo>
              </a:path>
            </a:pathLst>
          </a:custGeom>
          <a:ln w="101600">
            <a:solidFill>
              <a:srgbClr val="000000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540" name="線"/>
          <p:cNvSpPr/>
          <p:nvPr/>
        </p:nvSpPr>
        <p:spPr>
          <a:xfrm>
            <a:off x="16522625" y="6855627"/>
            <a:ext cx="898191" cy="1"/>
          </a:xfrm>
          <a:prstGeom prst="line">
            <a:avLst/>
          </a:prstGeom>
          <a:ln w="101600">
            <a:solidFill>
              <a:srgbClr val="A6AAA9"/>
            </a:solidFill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grpSp>
        <p:nvGrpSpPr>
          <p:cNvPr id="543" name="グループ"/>
          <p:cNvGrpSpPr/>
          <p:nvPr/>
        </p:nvGrpSpPr>
        <p:grpSpPr>
          <a:xfrm rot="19655909">
            <a:off x="6897072" y="6407395"/>
            <a:ext cx="1413091" cy="1015867"/>
            <a:chOff x="0" y="0"/>
            <a:chExt cx="1413090" cy="1015865"/>
          </a:xfrm>
        </p:grpSpPr>
        <p:sp>
          <p:nvSpPr>
            <p:cNvPr id="541" name="四角形"/>
            <p:cNvSpPr/>
            <p:nvPr/>
          </p:nvSpPr>
          <p:spPr>
            <a:xfrm rot="12751864">
              <a:off x="705558" y="423197"/>
              <a:ext cx="634102" cy="45811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42" name="線"/>
            <p:cNvSpPr/>
            <p:nvPr/>
          </p:nvSpPr>
          <p:spPr>
            <a:xfrm flipH="1" flipV="1">
              <a:off x="0" y="0"/>
              <a:ext cx="757264" cy="483008"/>
            </a:xfrm>
            <a:prstGeom prst="line">
              <a:avLst/>
            </a:prstGeom>
            <a:noFill/>
            <a:ln w="101600" cap="flat">
              <a:solidFill>
                <a:srgbClr val="A6AAA9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544" name="GND"/>
          <p:cNvSpPr txBox="1"/>
          <p:nvPr/>
        </p:nvSpPr>
        <p:spPr>
          <a:xfrm>
            <a:off x="15653933" y="5697788"/>
            <a:ext cx="166433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GND</a:t>
            </a:r>
          </a:p>
        </p:txBody>
      </p:sp>
      <p:sp>
        <p:nvSpPr>
          <p:cNvPr id="545" name="四角形"/>
          <p:cNvSpPr/>
          <p:nvPr/>
        </p:nvSpPr>
        <p:spPr>
          <a:xfrm>
            <a:off x="16002362" y="6626571"/>
            <a:ext cx="634102" cy="45811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546" name="IN1-&gt;RXD"/>
          <p:cNvSpPr txBox="1"/>
          <p:nvPr/>
        </p:nvSpPr>
        <p:spPr>
          <a:xfrm>
            <a:off x="6779726" y="3234159"/>
            <a:ext cx="3590291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IN1-&gt;RXD</a:t>
            </a:r>
          </a:p>
        </p:txBody>
      </p:sp>
      <p:sp>
        <p:nvSpPr>
          <p:cNvPr id="565" name="接続の線"/>
          <p:cNvSpPr/>
          <p:nvPr/>
        </p:nvSpPr>
        <p:spPr>
          <a:xfrm>
            <a:off x="11896921" y="6277787"/>
            <a:ext cx="4134870" cy="13292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8771" fill="norm" stroke="1" extrusionOk="0">
                <a:moveTo>
                  <a:pt x="0" y="0"/>
                </a:moveTo>
                <a:cubicBezTo>
                  <a:pt x="368" y="15765"/>
                  <a:pt x="7568" y="21600"/>
                  <a:pt x="21600" y="17505"/>
                </a:cubicBezTo>
              </a:path>
            </a:pathLst>
          </a:custGeom>
          <a:ln w="101600">
            <a:solidFill>
              <a:srgbClr val="A6AAA9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566" name="接続の線"/>
          <p:cNvSpPr/>
          <p:nvPr/>
        </p:nvSpPr>
        <p:spPr>
          <a:xfrm>
            <a:off x="8308600" y="4432415"/>
            <a:ext cx="3576500" cy="18783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807" fill="norm" stroke="1" extrusionOk="0">
                <a:moveTo>
                  <a:pt x="21600" y="19807"/>
                </a:moveTo>
                <a:cubicBezTo>
                  <a:pt x="20147" y="4667"/>
                  <a:pt x="12947" y="-1793"/>
                  <a:pt x="0" y="426"/>
                </a:cubicBezTo>
              </a:path>
            </a:pathLst>
          </a:custGeom>
          <a:ln w="101600">
            <a:solidFill>
              <a:srgbClr val="A6AAA9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549" name="IchigoJam A"/>
          <p:cNvSpPr txBox="1"/>
          <p:nvPr/>
        </p:nvSpPr>
        <p:spPr>
          <a:xfrm>
            <a:off x="3248900" y="1643108"/>
            <a:ext cx="4839971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IchigoJam A</a:t>
            </a:r>
          </a:p>
        </p:txBody>
      </p:sp>
      <p:sp>
        <p:nvSpPr>
          <p:cNvPr id="550" name="IchigoJam B"/>
          <p:cNvSpPr txBox="1"/>
          <p:nvPr/>
        </p:nvSpPr>
        <p:spPr>
          <a:xfrm>
            <a:off x="16327983" y="1559616"/>
            <a:ext cx="476694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IchigoJam B</a:t>
            </a:r>
          </a:p>
        </p:txBody>
      </p:sp>
      <p:sp>
        <p:nvSpPr>
          <p:cNvPr id="551" name="線"/>
          <p:cNvSpPr/>
          <p:nvPr/>
        </p:nvSpPr>
        <p:spPr>
          <a:xfrm>
            <a:off x="16813372" y="4362479"/>
            <a:ext cx="898190" cy="1"/>
          </a:xfrm>
          <a:prstGeom prst="line">
            <a:avLst/>
          </a:prstGeom>
          <a:ln w="101600">
            <a:solidFill>
              <a:srgbClr val="A6AAA9"/>
            </a:solidFill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sp>
        <p:nvSpPr>
          <p:cNvPr id="552" name="四角形"/>
          <p:cNvSpPr/>
          <p:nvPr/>
        </p:nvSpPr>
        <p:spPr>
          <a:xfrm>
            <a:off x="16501405" y="4187853"/>
            <a:ext cx="634102" cy="45811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FFFFFF"/>
                </a:solidFill>
              </a:defRPr>
            </a:pPr>
          </a:p>
        </p:txBody>
      </p:sp>
      <p:grpSp>
        <p:nvGrpSpPr>
          <p:cNvPr id="555" name="グループ"/>
          <p:cNvGrpSpPr/>
          <p:nvPr/>
        </p:nvGrpSpPr>
        <p:grpSpPr>
          <a:xfrm rot="10878162">
            <a:off x="6838633" y="7251532"/>
            <a:ext cx="1529966" cy="458113"/>
            <a:chOff x="0" y="0"/>
            <a:chExt cx="1529965" cy="458111"/>
          </a:xfrm>
        </p:grpSpPr>
        <p:sp>
          <p:nvSpPr>
            <p:cNvPr id="553" name="四角形"/>
            <p:cNvSpPr/>
            <p:nvPr/>
          </p:nvSpPr>
          <p:spPr>
            <a:xfrm>
              <a:off x="0" y="0"/>
              <a:ext cx="634101" cy="45811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54" name="線"/>
            <p:cNvSpPr/>
            <p:nvPr/>
          </p:nvSpPr>
          <p:spPr>
            <a:xfrm>
              <a:off x="631775" y="229055"/>
              <a:ext cx="898191" cy="1"/>
            </a:xfrm>
            <a:prstGeom prst="line">
              <a:avLst/>
            </a:prstGeom>
            <a:noFill/>
            <a:ln w="101600" cap="flat">
              <a:solidFill>
                <a:srgbClr val="A6AAA9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567" name="接続の線"/>
          <p:cNvSpPr/>
          <p:nvPr/>
        </p:nvSpPr>
        <p:spPr>
          <a:xfrm>
            <a:off x="12002206" y="4392108"/>
            <a:ext cx="4499169" cy="7369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893" fill="norm" stroke="1" extrusionOk="0">
                <a:moveTo>
                  <a:pt x="0" y="19893"/>
                </a:moveTo>
                <a:cubicBezTo>
                  <a:pt x="1840" y="4797"/>
                  <a:pt x="9040" y="-1707"/>
                  <a:pt x="21600" y="380"/>
                </a:cubicBezTo>
              </a:path>
            </a:pathLst>
          </a:custGeom>
          <a:ln w="101600">
            <a:solidFill>
              <a:srgbClr val="DE6A10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568" name="接続の線"/>
          <p:cNvSpPr/>
          <p:nvPr/>
        </p:nvSpPr>
        <p:spPr>
          <a:xfrm>
            <a:off x="8367902" y="5124389"/>
            <a:ext cx="3617073" cy="23979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cubicBezTo>
                  <a:pt x="15795" y="13964"/>
                  <a:pt x="8595" y="21164"/>
                  <a:pt x="0" y="21600"/>
                </a:cubicBezTo>
              </a:path>
            </a:pathLst>
          </a:custGeom>
          <a:ln w="101600">
            <a:solidFill>
              <a:srgbClr val="DE6A10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558" name="OUT1"/>
          <p:cNvSpPr txBox="1"/>
          <p:nvPr/>
        </p:nvSpPr>
        <p:spPr>
          <a:xfrm>
            <a:off x="6829961" y="7844163"/>
            <a:ext cx="1974851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OUT1</a:t>
            </a:r>
          </a:p>
        </p:txBody>
      </p:sp>
      <p:pic>
        <p:nvPicPr>
          <p:cNvPr id="559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rcRect l="0" t="0" r="68983" b="0"/>
          <a:stretch>
            <a:fillRect/>
          </a:stretch>
        </p:blipFill>
        <p:spPr>
          <a:xfrm>
            <a:off x="3284027" y="2780019"/>
            <a:ext cx="2788448" cy="7974801"/>
          </a:xfrm>
          <a:prstGeom prst="rect">
            <a:avLst/>
          </a:prstGeom>
          <a:ln w="12700">
            <a:miter lim="400000"/>
          </a:ln>
        </p:spPr>
      </p:pic>
      <p:sp>
        <p:nvSpPr>
          <p:cNvPr id="560" name="CN4…"/>
          <p:cNvSpPr txBox="1"/>
          <p:nvPr/>
        </p:nvSpPr>
        <p:spPr>
          <a:xfrm>
            <a:off x="3480564" y="11127546"/>
            <a:ext cx="2395221" cy="1730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CN4</a:t>
            </a:r>
          </a:p>
          <a:p>
            <a: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-&gt;CN3</a:t>
            </a:r>
          </a:p>
        </p:txBody>
      </p:sp>
      <p:sp>
        <p:nvSpPr>
          <p:cNvPr id="561" name="OUT1"/>
          <p:cNvSpPr txBox="1"/>
          <p:nvPr/>
        </p:nvSpPr>
        <p:spPr>
          <a:xfrm>
            <a:off x="15369888" y="7844163"/>
            <a:ext cx="1974851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OUT1</a:t>
            </a:r>
          </a:p>
        </p:txBody>
      </p:sp>
      <p:sp>
        <p:nvSpPr>
          <p:cNvPr id="562" name="IN1-&gt;RXD"/>
          <p:cNvSpPr txBox="1"/>
          <p:nvPr/>
        </p:nvSpPr>
        <p:spPr>
          <a:xfrm>
            <a:off x="13942024" y="3028776"/>
            <a:ext cx="3590291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IN1-&gt;RXD</a:t>
            </a:r>
          </a:p>
        </p:txBody>
      </p:sp>
      <p:sp>
        <p:nvSpPr>
          <p:cNvPr id="563" name="CN4…"/>
          <p:cNvSpPr txBox="1"/>
          <p:nvPr/>
        </p:nvSpPr>
        <p:spPr>
          <a:xfrm>
            <a:off x="18171168" y="10846084"/>
            <a:ext cx="2395221" cy="1730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CN4</a:t>
            </a:r>
          </a:p>
          <a:p>
            <a: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-&gt;CN3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0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rcRect l="0" t="0" r="27762" b="0"/>
          <a:stretch>
            <a:fillRect/>
          </a:stretch>
        </p:blipFill>
        <p:spPr>
          <a:xfrm>
            <a:off x="17892996" y="2601426"/>
            <a:ext cx="6494360" cy="7974801"/>
          </a:xfrm>
          <a:prstGeom prst="rect">
            <a:avLst/>
          </a:prstGeom>
          <a:ln w="12700">
            <a:miter lim="400000"/>
          </a:ln>
        </p:spPr>
      </p:pic>
      <p:sp>
        <p:nvSpPr>
          <p:cNvPr id="571" name="GND"/>
          <p:cNvSpPr txBox="1"/>
          <p:nvPr/>
        </p:nvSpPr>
        <p:spPr>
          <a:xfrm>
            <a:off x="6771448" y="5697788"/>
            <a:ext cx="166433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GND</a:t>
            </a:r>
          </a:p>
        </p:txBody>
      </p:sp>
      <p:sp>
        <p:nvSpPr>
          <p:cNvPr id="572" name="ジャンパーせんをつなぎかえよう OUT1-&gt;TXD"/>
          <p:cNvSpPr txBox="1"/>
          <p:nvPr/>
        </p:nvSpPr>
        <p:spPr>
          <a:xfrm>
            <a:off x="2325878" y="107748"/>
            <a:ext cx="19732245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ジャンパーせんをつなぎかえよう OUT1-&gt;TXD</a:t>
            </a:r>
          </a:p>
        </p:txBody>
      </p:sp>
      <p:sp>
        <p:nvSpPr>
          <p:cNvPr id="573" name="線"/>
          <p:cNvSpPr/>
          <p:nvPr/>
        </p:nvSpPr>
        <p:spPr>
          <a:xfrm>
            <a:off x="16706882" y="7508657"/>
            <a:ext cx="898191" cy="1"/>
          </a:xfrm>
          <a:prstGeom prst="line">
            <a:avLst/>
          </a:prstGeom>
          <a:ln w="101600">
            <a:solidFill>
              <a:srgbClr val="A6AAA9"/>
            </a:solidFill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sp>
        <p:nvSpPr>
          <p:cNvPr id="574" name="四角形"/>
          <p:cNvSpPr/>
          <p:nvPr/>
        </p:nvSpPr>
        <p:spPr>
          <a:xfrm>
            <a:off x="16031838" y="7251532"/>
            <a:ext cx="634102" cy="45811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FFFFFF"/>
                </a:solidFill>
              </a:defRPr>
            </a:pPr>
          </a:p>
        </p:txBody>
      </p:sp>
      <p:grpSp>
        <p:nvGrpSpPr>
          <p:cNvPr id="577" name="グループ"/>
          <p:cNvGrpSpPr/>
          <p:nvPr/>
        </p:nvGrpSpPr>
        <p:grpSpPr>
          <a:xfrm rot="10878162">
            <a:off x="6815872" y="4262837"/>
            <a:ext cx="1529966" cy="458113"/>
            <a:chOff x="0" y="0"/>
            <a:chExt cx="1529965" cy="458111"/>
          </a:xfrm>
        </p:grpSpPr>
        <p:sp>
          <p:nvSpPr>
            <p:cNvPr id="575" name="四角形"/>
            <p:cNvSpPr/>
            <p:nvPr/>
          </p:nvSpPr>
          <p:spPr>
            <a:xfrm>
              <a:off x="0" y="0"/>
              <a:ext cx="634101" cy="45811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76" name="線"/>
            <p:cNvSpPr/>
            <p:nvPr/>
          </p:nvSpPr>
          <p:spPr>
            <a:xfrm>
              <a:off x="631775" y="229055"/>
              <a:ext cx="898191" cy="1"/>
            </a:xfrm>
            <a:prstGeom prst="line">
              <a:avLst/>
            </a:prstGeom>
            <a:noFill/>
            <a:ln w="101600" cap="flat">
              <a:solidFill>
                <a:srgbClr val="A6AAA9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603" name="接続の線"/>
          <p:cNvSpPr/>
          <p:nvPr/>
        </p:nvSpPr>
        <p:spPr>
          <a:xfrm>
            <a:off x="8265015" y="6717895"/>
            <a:ext cx="7737344" cy="1226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6201" fill="norm" stroke="1" extrusionOk="0">
                <a:moveTo>
                  <a:pt x="0" y="15776"/>
                </a:moveTo>
                <a:cubicBezTo>
                  <a:pt x="4690" y="-5399"/>
                  <a:pt x="11890" y="-5257"/>
                  <a:pt x="21600" y="16201"/>
                </a:cubicBezTo>
              </a:path>
            </a:pathLst>
          </a:custGeom>
          <a:ln w="101600">
            <a:solidFill>
              <a:srgbClr val="000000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579" name="線"/>
          <p:cNvSpPr/>
          <p:nvPr/>
        </p:nvSpPr>
        <p:spPr>
          <a:xfrm>
            <a:off x="16522625" y="6855627"/>
            <a:ext cx="898191" cy="1"/>
          </a:xfrm>
          <a:prstGeom prst="line">
            <a:avLst/>
          </a:prstGeom>
          <a:ln w="101600">
            <a:solidFill>
              <a:srgbClr val="A6AAA9"/>
            </a:solidFill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grpSp>
        <p:nvGrpSpPr>
          <p:cNvPr id="582" name="グループ"/>
          <p:cNvGrpSpPr/>
          <p:nvPr/>
        </p:nvGrpSpPr>
        <p:grpSpPr>
          <a:xfrm rot="19655909">
            <a:off x="6897072" y="6407395"/>
            <a:ext cx="1413091" cy="1015867"/>
            <a:chOff x="0" y="0"/>
            <a:chExt cx="1413090" cy="1015865"/>
          </a:xfrm>
        </p:grpSpPr>
        <p:sp>
          <p:nvSpPr>
            <p:cNvPr id="580" name="四角形"/>
            <p:cNvSpPr/>
            <p:nvPr/>
          </p:nvSpPr>
          <p:spPr>
            <a:xfrm rot="12751864">
              <a:off x="705558" y="423197"/>
              <a:ext cx="634102" cy="45811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81" name="線"/>
            <p:cNvSpPr/>
            <p:nvPr/>
          </p:nvSpPr>
          <p:spPr>
            <a:xfrm flipH="1" flipV="1">
              <a:off x="0" y="0"/>
              <a:ext cx="757264" cy="483008"/>
            </a:xfrm>
            <a:prstGeom prst="line">
              <a:avLst/>
            </a:prstGeom>
            <a:noFill/>
            <a:ln w="101600" cap="flat">
              <a:solidFill>
                <a:srgbClr val="A6AAA9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583" name="GND"/>
          <p:cNvSpPr txBox="1"/>
          <p:nvPr/>
        </p:nvSpPr>
        <p:spPr>
          <a:xfrm>
            <a:off x="15653933" y="5697788"/>
            <a:ext cx="166433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GND</a:t>
            </a:r>
          </a:p>
        </p:txBody>
      </p:sp>
      <p:sp>
        <p:nvSpPr>
          <p:cNvPr id="584" name="四角形"/>
          <p:cNvSpPr/>
          <p:nvPr/>
        </p:nvSpPr>
        <p:spPr>
          <a:xfrm>
            <a:off x="16002362" y="6626571"/>
            <a:ext cx="634102" cy="45811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FFFFFF"/>
                </a:solidFill>
              </a:defRPr>
            </a:pPr>
          </a:p>
        </p:txBody>
      </p:sp>
      <p:sp>
        <p:nvSpPr>
          <p:cNvPr id="585" name="IN1-&gt;RXD"/>
          <p:cNvSpPr txBox="1"/>
          <p:nvPr/>
        </p:nvSpPr>
        <p:spPr>
          <a:xfrm>
            <a:off x="6779726" y="3234159"/>
            <a:ext cx="3590291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IN1-&gt;RXD</a:t>
            </a:r>
          </a:p>
        </p:txBody>
      </p:sp>
      <p:sp>
        <p:nvSpPr>
          <p:cNvPr id="604" name="接続の線"/>
          <p:cNvSpPr/>
          <p:nvPr/>
        </p:nvSpPr>
        <p:spPr>
          <a:xfrm>
            <a:off x="11896921" y="6277787"/>
            <a:ext cx="4134870" cy="13292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8771" fill="norm" stroke="1" extrusionOk="0">
                <a:moveTo>
                  <a:pt x="0" y="0"/>
                </a:moveTo>
                <a:cubicBezTo>
                  <a:pt x="368" y="15765"/>
                  <a:pt x="7568" y="21600"/>
                  <a:pt x="21600" y="17505"/>
                </a:cubicBezTo>
              </a:path>
            </a:pathLst>
          </a:custGeom>
          <a:ln w="101600">
            <a:solidFill>
              <a:srgbClr val="A6AAA9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605" name="接続の線"/>
          <p:cNvSpPr/>
          <p:nvPr/>
        </p:nvSpPr>
        <p:spPr>
          <a:xfrm>
            <a:off x="8308600" y="4432415"/>
            <a:ext cx="3576500" cy="18783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807" fill="norm" stroke="1" extrusionOk="0">
                <a:moveTo>
                  <a:pt x="21600" y="19807"/>
                </a:moveTo>
                <a:cubicBezTo>
                  <a:pt x="20147" y="4667"/>
                  <a:pt x="12947" y="-1793"/>
                  <a:pt x="0" y="426"/>
                </a:cubicBezTo>
              </a:path>
            </a:pathLst>
          </a:custGeom>
          <a:ln w="101600">
            <a:solidFill>
              <a:srgbClr val="A6AAA9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588" name="IchigoJam A"/>
          <p:cNvSpPr txBox="1"/>
          <p:nvPr/>
        </p:nvSpPr>
        <p:spPr>
          <a:xfrm>
            <a:off x="3248900" y="1643108"/>
            <a:ext cx="4839971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IchigoJam A</a:t>
            </a:r>
          </a:p>
        </p:txBody>
      </p:sp>
      <p:sp>
        <p:nvSpPr>
          <p:cNvPr id="589" name="IchigoJam B"/>
          <p:cNvSpPr txBox="1"/>
          <p:nvPr/>
        </p:nvSpPr>
        <p:spPr>
          <a:xfrm>
            <a:off x="16327983" y="1559616"/>
            <a:ext cx="476694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IchigoJam B</a:t>
            </a:r>
          </a:p>
        </p:txBody>
      </p:sp>
      <p:sp>
        <p:nvSpPr>
          <p:cNvPr id="590" name="線"/>
          <p:cNvSpPr/>
          <p:nvPr/>
        </p:nvSpPr>
        <p:spPr>
          <a:xfrm>
            <a:off x="16813372" y="4362479"/>
            <a:ext cx="898190" cy="1"/>
          </a:xfrm>
          <a:prstGeom prst="line">
            <a:avLst/>
          </a:prstGeom>
          <a:ln w="101600">
            <a:solidFill>
              <a:srgbClr val="A6AAA9"/>
            </a:solidFill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sp>
        <p:nvSpPr>
          <p:cNvPr id="591" name="四角形"/>
          <p:cNvSpPr/>
          <p:nvPr/>
        </p:nvSpPr>
        <p:spPr>
          <a:xfrm>
            <a:off x="16501405" y="4187853"/>
            <a:ext cx="634102" cy="458113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FFFFFF"/>
                </a:solidFill>
              </a:defRPr>
            </a:pPr>
          </a:p>
        </p:txBody>
      </p:sp>
      <p:grpSp>
        <p:nvGrpSpPr>
          <p:cNvPr id="594" name="グループ"/>
          <p:cNvGrpSpPr/>
          <p:nvPr/>
        </p:nvGrpSpPr>
        <p:grpSpPr>
          <a:xfrm rot="10878162">
            <a:off x="6838633" y="7251532"/>
            <a:ext cx="1529966" cy="458113"/>
            <a:chOff x="0" y="0"/>
            <a:chExt cx="1529965" cy="458111"/>
          </a:xfrm>
        </p:grpSpPr>
        <p:sp>
          <p:nvSpPr>
            <p:cNvPr id="592" name="四角形"/>
            <p:cNvSpPr/>
            <p:nvPr/>
          </p:nvSpPr>
          <p:spPr>
            <a:xfrm>
              <a:off x="0" y="0"/>
              <a:ext cx="634101" cy="458112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593" name="線"/>
            <p:cNvSpPr/>
            <p:nvPr/>
          </p:nvSpPr>
          <p:spPr>
            <a:xfrm>
              <a:off x="631775" y="229055"/>
              <a:ext cx="898191" cy="1"/>
            </a:xfrm>
            <a:prstGeom prst="line">
              <a:avLst/>
            </a:prstGeom>
            <a:noFill/>
            <a:ln w="101600" cap="flat">
              <a:solidFill>
                <a:srgbClr val="A6AAA9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</p:grpSp>
      <p:sp>
        <p:nvSpPr>
          <p:cNvPr id="606" name="接続の線"/>
          <p:cNvSpPr/>
          <p:nvPr/>
        </p:nvSpPr>
        <p:spPr>
          <a:xfrm>
            <a:off x="12002206" y="4392108"/>
            <a:ext cx="4499169" cy="7369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19893" fill="norm" stroke="1" extrusionOk="0">
                <a:moveTo>
                  <a:pt x="0" y="19893"/>
                </a:moveTo>
                <a:cubicBezTo>
                  <a:pt x="1840" y="4797"/>
                  <a:pt x="9040" y="-1707"/>
                  <a:pt x="21600" y="380"/>
                </a:cubicBezTo>
              </a:path>
            </a:pathLst>
          </a:custGeom>
          <a:ln w="101600">
            <a:solidFill>
              <a:srgbClr val="DE6A10"/>
            </a:solidFill>
            <a:miter lim="400000"/>
          </a:ln>
        </p:spPr>
        <p:txBody>
          <a:bodyPr/>
          <a:lstStyle/>
          <a:p>
            <a:pPr/>
          </a:p>
        </p:txBody>
      </p:sp>
      <p:sp>
        <p:nvSpPr>
          <p:cNvPr id="607" name="接続の線"/>
          <p:cNvSpPr/>
          <p:nvPr/>
        </p:nvSpPr>
        <p:spPr>
          <a:xfrm>
            <a:off x="8367902" y="5124389"/>
            <a:ext cx="3617073" cy="23979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cubicBezTo>
                  <a:pt x="15795" y="13964"/>
                  <a:pt x="8595" y="21164"/>
                  <a:pt x="0" y="21600"/>
                </a:cubicBezTo>
              </a:path>
            </a:pathLst>
          </a:custGeom>
          <a:ln w="101600">
            <a:solidFill>
              <a:srgbClr val="DE6A10"/>
            </a:solidFill>
            <a:miter lim="400000"/>
          </a:ln>
        </p:spPr>
        <p:txBody>
          <a:bodyPr/>
          <a:lstStyle/>
          <a:p>
            <a:pPr/>
          </a:p>
        </p:txBody>
      </p:sp>
      <p:pic>
        <p:nvPicPr>
          <p:cNvPr id="597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rcRect l="0" t="0" r="68983" b="0"/>
          <a:stretch>
            <a:fillRect/>
          </a:stretch>
        </p:blipFill>
        <p:spPr>
          <a:xfrm>
            <a:off x="3284027" y="2780019"/>
            <a:ext cx="2788448" cy="7974801"/>
          </a:xfrm>
          <a:prstGeom prst="rect">
            <a:avLst/>
          </a:prstGeom>
          <a:ln w="12700">
            <a:miter lim="400000"/>
          </a:ln>
        </p:spPr>
      </p:pic>
      <p:sp>
        <p:nvSpPr>
          <p:cNvPr id="598" name="CN4…"/>
          <p:cNvSpPr txBox="1"/>
          <p:nvPr/>
        </p:nvSpPr>
        <p:spPr>
          <a:xfrm>
            <a:off x="3480564" y="11127546"/>
            <a:ext cx="2395221" cy="1730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CN4</a:t>
            </a:r>
          </a:p>
          <a:p>
            <a: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-&gt;CN3</a:t>
            </a:r>
          </a:p>
        </p:txBody>
      </p:sp>
      <p:sp>
        <p:nvSpPr>
          <p:cNvPr id="599" name="IN1-&gt;RXD"/>
          <p:cNvSpPr txBox="1"/>
          <p:nvPr/>
        </p:nvSpPr>
        <p:spPr>
          <a:xfrm>
            <a:off x="13942024" y="3028776"/>
            <a:ext cx="3590291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IN1-&gt;RXD</a:t>
            </a:r>
          </a:p>
        </p:txBody>
      </p:sp>
      <p:sp>
        <p:nvSpPr>
          <p:cNvPr id="600" name="CN4…"/>
          <p:cNvSpPr txBox="1"/>
          <p:nvPr/>
        </p:nvSpPr>
        <p:spPr>
          <a:xfrm>
            <a:off x="18171168" y="10846084"/>
            <a:ext cx="2395221" cy="1730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CN4</a:t>
            </a:r>
          </a:p>
          <a:p>
            <a:pPr defTabSz="821531">
              <a:defRPr sz="5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-&gt;CN3</a:t>
            </a:r>
          </a:p>
        </p:txBody>
      </p:sp>
      <p:sp>
        <p:nvSpPr>
          <p:cNvPr id="601" name="OUT1-&gt;TXD"/>
          <p:cNvSpPr txBox="1"/>
          <p:nvPr/>
        </p:nvSpPr>
        <p:spPr>
          <a:xfrm>
            <a:off x="6666970" y="7926812"/>
            <a:ext cx="421068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chemeClr val="accent5">
                    <a:lumOff val="-29866"/>
                  </a:schemeClr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OUT1-&gt;TXD</a:t>
            </a:r>
          </a:p>
        </p:txBody>
      </p:sp>
      <p:sp>
        <p:nvSpPr>
          <p:cNvPr id="602" name="OUT1-&gt;TXD"/>
          <p:cNvSpPr txBox="1"/>
          <p:nvPr/>
        </p:nvSpPr>
        <p:spPr>
          <a:xfrm>
            <a:off x="13382898" y="7951493"/>
            <a:ext cx="421068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chemeClr val="accent5">
                    <a:lumOff val="-29866"/>
                  </a:schemeClr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OUT1-&gt;TXD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?”HI"/>
          <p:cNvSpPr txBox="1"/>
          <p:nvPr/>
        </p:nvSpPr>
        <p:spPr>
          <a:xfrm>
            <a:off x="4103075" y="6355240"/>
            <a:ext cx="16177850" cy="1031876"/>
          </a:xfrm>
          <a:prstGeom prst="rect">
            <a:avLst/>
          </a:prstGeom>
          <a:solidFill>
            <a:srgbClr val="000000"/>
          </a:solidFill>
          <a:ln w="177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lnSpc>
                <a:spcPct val="160000"/>
              </a:lnSpc>
              <a:defRPr sz="5600">
                <a:solidFill>
                  <a:srgbClr val="FFFFFF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?”HI</a:t>
            </a:r>
          </a:p>
        </p:txBody>
      </p:sp>
      <p:sp>
        <p:nvSpPr>
          <p:cNvPr id="610" name="Aさん、おくってみよう"/>
          <p:cNvSpPr txBox="1"/>
          <p:nvPr/>
        </p:nvSpPr>
        <p:spPr>
          <a:xfrm>
            <a:off x="7309612" y="1267270"/>
            <a:ext cx="9764777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Aさん、おくってみよう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?”LED1"/>
          <p:cNvSpPr txBox="1"/>
          <p:nvPr/>
        </p:nvSpPr>
        <p:spPr>
          <a:xfrm>
            <a:off x="4103075" y="6355240"/>
            <a:ext cx="16177850" cy="1031876"/>
          </a:xfrm>
          <a:prstGeom prst="rect">
            <a:avLst/>
          </a:prstGeom>
          <a:solidFill>
            <a:srgbClr val="000000"/>
          </a:solidFill>
          <a:ln w="177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lnSpc>
                <a:spcPct val="160000"/>
              </a:lnSpc>
              <a:defRPr sz="5600">
                <a:solidFill>
                  <a:srgbClr val="FFFFFF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?”LED1</a:t>
            </a:r>
          </a:p>
        </p:txBody>
      </p:sp>
      <p:sp>
        <p:nvSpPr>
          <p:cNvPr id="613" name="Bさん、おくってみよう"/>
          <p:cNvSpPr txBox="1"/>
          <p:nvPr/>
        </p:nvSpPr>
        <p:spPr>
          <a:xfrm>
            <a:off x="7360729" y="1267270"/>
            <a:ext cx="9662542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Bさん、おくってみよう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?”VIDEO2"/>
          <p:cNvSpPr txBox="1"/>
          <p:nvPr/>
        </p:nvSpPr>
        <p:spPr>
          <a:xfrm>
            <a:off x="4103075" y="6355240"/>
            <a:ext cx="16177850" cy="1031876"/>
          </a:xfrm>
          <a:prstGeom prst="rect">
            <a:avLst/>
          </a:prstGeom>
          <a:solidFill>
            <a:srgbClr val="000000"/>
          </a:solidFill>
          <a:ln w="177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lnSpc>
                <a:spcPct val="160000"/>
              </a:lnSpc>
              <a:defRPr sz="5600">
                <a:solidFill>
                  <a:srgbClr val="FFFFFF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?”VIDEO2</a:t>
            </a:r>
          </a:p>
        </p:txBody>
      </p:sp>
      <p:sp>
        <p:nvSpPr>
          <p:cNvPr id="616" name="Aさん、おくってみよう"/>
          <p:cNvSpPr txBox="1"/>
          <p:nvPr/>
        </p:nvSpPr>
        <p:spPr>
          <a:xfrm>
            <a:off x="7309612" y="1267270"/>
            <a:ext cx="9764777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Aさん、おくってみよう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?”LOAD"/>
          <p:cNvSpPr txBox="1"/>
          <p:nvPr/>
        </p:nvSpPr>
        <p:spPr>
          <a:xfrm>
            <a:off x="4103075" y="6355240"/>
            <a:ext cx="16177850" cy="1031876"/>
          </a:xfrm>
          <a:prstGeom prst="rect">
            <a:avLst/>
          </a:prstGeom>
          <a:solidFill>
            <a:srgbClr val="000000"/>
          </a:solidFill>
          <a:ln w="177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lnSpc>
                <a:spcPct val="160000"/>
              </a:lnSpc>
              <a:defRPr sz="5600">
                <a:solidFill>
                  <a:srgbClr val="FFFFFF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?”LOAD</a:t>
            </a:r>
          </a:p>
        </p:txBody>
      </p:sp>
      <p:sp>
        <p:nvSpPr>
          <p:cNvPr id="619" name="Bさん、おくってみよう"/>
          <p:cNvSpPr txBox="1"/>
          <p:nvPr/>
        </p:nvSpPr>
        <p:spPr>
          <a:xfrm>
            <a:off x="7360729" y="1267270"/>
            <a:ext cx="9662542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Bさん、おくってみよう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?”LIST"/>
          <p:cNvSpPr txBox="1"/>
          <p:nvPr/>
        </p:nvSpPr>
        <p:spPr>
          <a:xfrm>
            <a:off x="4103075" y="6355240"/>
            <a:ext cx="16177850" cy="1031876"/>
          </a:xfrm>
          <a:prstGeom prst="rect">
            <a:avLst/>
          </a:prstGeom>
          <a:solidFill>
            <a:srgbClr val="000000"/>
          </a:solidFill>
          <a:ln w="177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lnSpc>
                <a:spcPct val="160000"/>
              </a:lnSpc>
              <a:defRPr sz="5600">
                <a:solidFill>
                  <a:srgbClr val="FFFFFF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?”LIST</a:t>
            </a:r>
          </a:p>
        </p:txBody>
      </p:sp>
      <p:sp>
        <p:nvSpPr>
          <p:cNvPr id="622" name="Bさん、おくってみよう"/>
          <p:cNvSpPr txBox="1"/>
          <p:nvPr/>
        </p:nvSpPr>
        <p:spPr>
          <a:xfrm>
            <a:off x="7360729" y="1267270"/>
            <a:ext cx="9662542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Bさん、おくってみよう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?”NEW"/>
          <p:cNvSpPr txBox="1"/>
          <p:nvPr/>
        </p:nvSpPr>
        <p:spPr>
          <a:xfrm>
            <a:off x="4103075" y="6355240"/>
            <a:ext cx="16177850" cy="1031876"/>
          </a:xfrm>
          <a:prstGeom prst="rect">
            <a:avLst/>
          </a:prstGeom>
          <a:solidFill>
            <a:srgbClr val="000000"/>
          </a:solidFill>
          <a:ln w="177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lnSpc>
                <a:spcPct val="160000"/>
              </a:lnSpc>
              <a:defRPr sz="5600">
                <a:solidFill>
                  <a:srgbClr val="FFFFFF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?”NEW</a:t>
            </a:r>
          </a:p>
        </p:txBody>
      </p:sp>
      <p:sp>
        <p:nvSpPr>
          <p:cNvPr id="625" name="Aさん、おくってみよう"/>
          <p:cNvSpPr txBox="1"/>
          <p:nvPr/>
        </p:nvSpPr>
        <p:spPr>
          <a:xfrm>
            <a:off x="7309612" y="1267270"/>
            <a:ext cx="9764777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Aさん、おくってみよう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NEWとかSAVEとか送ると…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t>NEWとかSAVEとか送ると</a:t>
            </a:r>
          </a:p>
          <a:p>
            <a:pPr algn="ctr"/>
            <a:r>
              <a:t>どうなる？？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UART1,0"/>
          <p:cNvSpPr txBox="1"/>
          <p:nvPr/>
        </p:nvSpPr>
        <p:spPr>
          <a:xfrm>
            <a:off x="4103075" y="6355240"/>
            <a:ext cx="16177850" cy="1031876"/>
          </a:xfrm>
          <a:prstGeom prst="rect">
            <a:avLst/>
          </a:prstGeom>
          <a:solidFill>
            <a:srgbClr val="000000"/>
          </a:solidFill>
          <a:ln w="177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lnSpc>
                <a:spcPct val="160000"/>
              </a:lnSpc>
              <a:defRPr sz="5600">
                <a:solidFill>
                  <a:srgbClr val="FFFFFF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UART1,0</a:t>
            </a:r>
          </a:p>
        </p:txBody>
      </p:sp>
      <p:sp>
        <p:nvSpPr>
          <p:cNvPr id="630" name="Bさん、まもってみよう"/>
          <p:cNvSpPr txBox="1"/>
          <p:nvPr/>
        </p:nvSpPr>
        <p:spPr>
          <a:xfrm>
            <a:off x="7360729" y="1267270"/>
            <a:ext cx="9662542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Bさん、まもってみよう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?”CLS"/>
          <p:cNvSpPr txBox="1"/>
          <p:nvPr/>
        </p:nvSpPr>
        <p:spPr>
          <a:xfrm>
            <a:off x="4103075" y="6355240"/>
            <a:ext cx="16177850" cy="1031876"/>
          </a:xfrm>
          <a:prstGeom prst="rect">
            <a:avLst/>
          </a:prstGeom>
          <a:solidFill>
            <a:srgbClr val="000000"/>
          </a:solidFill>
          <a:ln w="177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lnSpc>
                <a:spcPct val="160000"/>
              </a:lnSpc>
              <a:defRPr sz="5600">
                <a:solidFill>
                  <a:srgbClr val="FFFFFF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?”CLS</a:t>
            </a:r>
          </a:p>
        </p:txBody>
      </p:sp>
      <p:sp>
        <p:nvSpPr>
          <p:cNvPr id="633" name="Aさん、おくってみよう"/>
          <p:cNvSpPr txBox="1"/>
          <p:nvPr/>
        </p:nvSpPr>
        <p:spPr>
          <a:xfrm>
            <a:off x="7309612" y="1267270"/>
            <a:ext cx="9764777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Aさん、おくってみよう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UART1,1"/>
          <p:cNvSpPr txBox="1"/>
          <p:nvPr/>
        </p:nvSpPr>
        <p:spPr>
          <a:xfrm>
            <a:off x="4103075" y="6355240"/>
            <a:ext cx="16177850" cy="1031876"/>
          </a:xfrm>
          <a:prstGeom prst="rect">
            <a:avLst/>
          </a:prstGeom>
          <a:solidFill>
            <a:srgbClr val="000000"/>
          </a:solidFill>
          <a:ln w="177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lnSpc>
                <a:spcPct val="160000"/>
              </a:lnSpc>
              <a:defRPr sz="5600">
                <a:solidFill>
                  <a:srgbClr val="FFFFFF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UART1,1</a:t>
            </a:r>
          </a:p>
        </p:txBody>
      </p:sp>
      <p:sp>
        <p:nvSpPr>
          <p:cNvPr id="636" name="Bさん、まもりをかいじょ"/>
          <p:cNvSpPr txBox="1"/>
          <p:nvPr/>
        </p:nvSpPr>
        <p:spPr>
          <a:xfrm>
            <a:off x="6916229" y="1267270"/>
            <a:ext cx="10551542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Bさん、まもりをかいじょ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?”CLS"/>
          <p:cNvSpPr txBox="1"/>
          <p:nvPr/>
        </p:nvSpPr>
        <p:spPr>
          <a:xfrm>
            <a:off x="4103075" y="6355240"/>
            <a:ext cx="16177850" cy="1031876"/>
          </a:xfrm>
          <a:prstGeom prst="rect">
            <a:avLst/>
          </a:prstGeom>
          <a:solidFill>
            <a:srgbClr val="000000"/>
          </a:solidFill>
          <a:ln w="177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lnSpc>
                <a:spcPct val="160000"/>
              </a:lnSpc>
              <a:defRPr sz="5600">
                <a:solidFill>
                  <a:srgbClr val="FFFFFF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?”CLS</a:t>
            </a:r>
          </a:p>
        </p:txBody>
      </p:sp>
      <p:sp>
        <p:nvSpPr>
          <p:cNvPr id="639" name="Aさん、おくってみよう"/>
          <p:cNvSpPr txBox="1"/>
          <p:nvPr/>
        </p:nvSpPr>
        <p:spPr>
          <a:xfrm>
            <a:off x="7309612" y="1267270"/>
            <a:ext cx="9764777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Aさん、おくってみよう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UART1,0"/>
          <p:cNvSpPr txBox="1"/>
          <p:nvPr/>
        </p:nvSpPr>
        <p:spPr>
          <a:xfrm>
            <a:off x="4103075" y="6355240"/>
            <a:ext cx="16177850" cy="1031876"/>
          </a:xfrm>
          <a:prstGeom prst="rect">
            <a:avLst/>
          </a:prstGeom>
          <a:solidFill>
            <a:srgbClr val="000000"/>
          </a:solidFill>
          <a:ln w="177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lnSpc>
                <a:spcPct val="160000"/>
              </a:lnSpc>
              <a:defRPr sz="5600">
                <a:solidFill>
                  <a:srgbClr val="FFFFFF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UART1,0</a:t>
            </a:r>
          </a:p>
        </p:txBody>
      </p:sp>
      <p:sp>
        <p:nvSpPr>
          <p:cNvPr id="642" name="Aさん、まもってみよう"/>
          <p:cNvSpPr txBox="1"/>
          <p:nvPr/>
        </p:nvSpPr>
        <p:spPr>
          <a:xfrm>
            <a:off x="7309612" y="1267270"/>
            <a:ext cx="9764777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Aさん、まもってみよう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?”CLS"/>
          <p:cNvSpPr txBox="1"/>
          <p:nvPr/>
        </p:nvSpPr>
        <p:spPr>
          <a:xfrm>
            <a:off x="4103075" y="6355240"/>
            <a:ext cx="16177850" cy="1031876"/>
          </a:xfrm>
          <a:prstGeom prst="rect">
            <a:avLst/>
          </a:prstGeom>
          <a:solidFill>
            <a:srgbClr val="000000"/>
          </a:solidFill>
          <a:ln w="177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lnSpc>
                <a:spcPct val="160000"/>
              </a:lnSpc>
              <a:defRPr sz="5600">
                <a:solidFill>
                  <a:srgbClr val="FFFFFF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?”CLS</a:t>
            </a:r>
          </a:p>
        </p:txBody>
      </p:sp>
      <p:sp>
        <p:nvSpPr>
          <p:cNvPr id="645" name="Bさん、おくってみよう"/>
          <p:cNvSpPr txBox="1"/>
          <p:nvPr/>
        </p:nvSpPr>
        <p:spPr>
          <a:xfrm>
            <a:off x="7360729" y="1267270"/>
            <a:ext cx="9662542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Bさん、おくってみよう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UART1,1"/>
          <p:cNvSpPr txBox="1"/>
          <p:nvPr/>
        </p:nvSpPr>
        <p:spPr>
          <a:xfrm>
            <a:off x="4103075" y="6355240"/>
            <a:ext cx="16177850" cy="1031876"/>
          </a:xfrm>
          <a:prstGeom prst="rect">
            <a:avLst/>
          </a:prstGeom>
          <a:solidFill>
            <a:srgbClr val="000000"/>
          </a:solidFill>
          <a:ln w="177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lnSpc>
                <a:spcPct val="160000"/>
              </a:lnSpc>
              <a:defRPr sz="5600">
                <a:solidFill>
                  <a:srgbClr val="FFFFFF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UART1,1</a:t>
            </a:r>
          </a:p>
        </p:txBody>
      </p:sp>
      <p:sp>
        <p:nvSpPr>
          <p:cNvPr id="648" name="Aさん、まもりをかいじょ"/>
          <p:cNvSpPr txBox="1"/>
          <p:nvPr/>
        </p:nvSpPr>
        <p:spPr>
          <a:xfrm>
            <a:off x="6865112" y="1267270"/>
            <a:ext cx="10653777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Aさん、まもりをかいじょ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?”RESET"/>
          <p:cNvSpPr txBox="1"/>
          <p:nvPr/>
        </p:nvSpPr>
        <p:spPr>
          <a:xfrm>
            <a:off x="4103075" y="6355240"/>
            <a:ext cx="16177850" cy="1031876"/>
          </a:xfrm>
          <a:prstGeom prst="rect">
            <a:avLst/>
          </a:prstGeom>
          <a:solidFill>
            <a:srgbClr val="000000"/>
          </a:solidFill>
          <a:ln w="177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lnSpc>
                <a:spcPct val="160000"/>
              </a:lnSpc>
              <a:defRPr sz="5600">
                <a:solidFill>
                  <a:srgbClr val="FFFFFF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?”RESET</a:t>
            </a:r>
          </a:p>
        </p:txBody>
      </p:sp>
      <p:sp>
        <p:nvSpPr>
          <p:cNvPr id="651" name="Bさん、おくってみよう"/>
          <p:cNvSpPr txBox="1"/>
          <p:nvPr/>
        </p:nvSpPr>
        <p:spPr>
          <a:xfrm>
            <a:off x="7360729" y="1267270"/>
            <a:ext cx="9662542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Bさん、おくってみよう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UART1,0"/>
          <p:cNvSpPr txBox="1"/>
          <p:nvPr/>
        </p:nvSpPr>
        <p:spPr>
          <a:xfrm>
            <a:off x="4117610" y="6222146"/>
            <a:ext cx="16177851" cy="1031876"/>
          </a:xfrm>
          <a:prstGeom prst="rect">
            <a:avLst/>
          </a:prstGeom>
          <a:solidFill>
            <a:srgbClr val="000000"/>
          </a:solidFill>
          <a:ln w="177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lnSpc>
                <a:spcPct val="160000"/>
              </a:lnSpc>
              <a:defRPr sz="5600">
                <a:solidFill>
                  <a:srgbClr val="FFFFFF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UART1,0</a:t>
            </a:r>
          </a:p>
        </p:txBody>
      </p:sp>
      <p:sp>
        <p:nvSpPr>
          <p:cNvPr id="654" name="UART1,1"/>
          <p:cNvSpPr txBox="1"/>
          <p:nvPr/>
        </p:nvSpPr>
        <p:spPr>
          <a:xfrm>
            <a:off x="4117610" y="11366219"/>
            <a:ext cx="16177851" cy="1031876"/>
          </a:xfrm>
          <a:prstGeom prst="rect">
            <a:avLst/>
          </a:prstGeom>
          <a:solidFill>
            <a:srgbClr val="000000"/>
          </a:solidFill>
          <a:ln w="177800">
            <a:solidFill>
              <a:srgbClr val="000000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>
            <a:spAutoFit/>
          </a:bodyPr>
          <a:lstStyle>
            <a:lvl1pPr algn="l" defTabSz="821531">
              <a:lnSpc>
                <a:spcPct val="160000"/>
              </a:lnSpc>
              <a:defRPr sz="5600">
                <a:solidFill>
                  <a:srgbClr val="FFFFFF"/>
                </a:solidFill>
                <a:latin typeface="IchigoJam 1.4 Regular"/>
                <a:ea typeface="IchigoJam 1.4 Regular"/>
                <a:cs typeface="IchigoJam 1.4 Regular"/>
                <a:sym typeface="IchigoJam 1.4 Regular"/>
              </a:defRPr>
            </a:lvl1pPr>
          </a:lstStyle>
          <a:p>
            <a:pPr/>
            <a:r>
              <a:t>UART1,1</a:t>
            </a:r>
          </a:p>
        </p:txBody>
      </p:sp>
      <p:sp>
        <p:nvSpPr>
          <p:cNvPr id="655" name="受信、拒否"/>
          <p:cNvSpPr txBox="1"/>
          <p:nvPr/>
        </p:nvSpPr>
        <p:spPr>
          <a:xfrm>
            <a:off x="4011745" y="4131624"/>
            <a:ext cx="4600576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</a:defRPr>
            </a:lvl1pPr>
          </a:lstStyle>
          <a:p>
            <a:pPr/>
            <a:r>
              <a:t>受信、拒否</a:t>
            </a:r>
          </a:p>
        </p:txBody>
      </p:sp>
      <p:sp>
        <p:nvSpPr>
          <p:cNvPr id="656" name="受信、許可"/>
          <p:cNvSpPr txBox="1"/>
          <p:nvPr/>
        </p:nvSpPr>
        <p:spPr>
          <a:xfrm>
            <a:off x="4011745" y="9432409"/>
            <a:ext cx="4600576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</a:defRPr>
            </a:lvl1pPr>
          </a:lstStyle>
          <a:p>
            <a:pPr/>
            <a:r>
              <a:t>受信、許可</a:t>
            </a:r>
          </a:p>
        </p:txBody>
      </p:sp>
      <p:sp>
        <p:nvSpPr>
          <p:cNvPr id="657" name="サイバーセキュリティ、守り方基本"/>
          <p:cNvSpPr txBox="1"/>
          <p:nvPr/>
        </p:nvSpPr>
        <p:spPr>
          <a:xfrm>
            <a:off x="5118983" y="818365"/>
            <a:ext cx="14175106" cy="1031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7000">
                <a:solidFill>
                  <a:srgbClr val="000000"/>
                </a:solidFill>
              </a:defRPr>
            </a:lvl1pPr>
          </a:lstStyle>
          <a:p>
            <a:pPr/>
            <a:r>
              <a:t>サイバーセキュリティ、守り方基本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便利か怖いかは人間次第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>
            <a:lvl1pPr algn="ctr"/>
          </a:lstStyle>
          <a:p>
            <a:pPr/>
            <a:r>
              <a:t>便利か怖いかは人間次第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インターネット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>
            <a:lvl1pPr algn="ctr"/>
          </a:lstStyle>
          <a:p>
            <a:pPr/>
            <a:r>
              <a:t>インターネット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ネットワークとは…"/>
          <p:cNvSpPr txBox="1"/>
          <p:nvPr>
            <p:ph type="title"/>
          </p:nvPr>
        </p:nvSpPr>
        <p:spPr>
          <a:xfrm>
            <a:off x="3233988" y="870690"/>
            <a:ext cx="17916024" cy="6831119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ネットワークとは</a:t>
            </a:r>
          </a:p>
          <a:p>
            <a:pPr>
              <a:defRPr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コンピューターが</a:t>
            </a:r>
          </a:p>
          <a:p>
            <a:pPr>
              <a:defRPr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つながったもの</a:t>
            </a:r>
          </a:p>
        </p:txBody>
      </p:sp>
      <p:pic>
        <p:nvPicPr>
          <p:cNvPr id="664" name="pasted-image.png" descr="pasted-imag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036749" y="9841508"/>
            <a:ext cx="3747903" cy="3510360"/>
          </a:xfrm>
          <a:prstGeom prst="rect">
            <a:avLst/>
          </a:prstGeom>
          <a:ln w="12700">
            <a:miter lim="400000"/>
          </a:ln>
        </p:spPr>
      </p:pic>
      <p:pic>
        <p:nvPicPr>
          <p:cNvPr id="665" name="pasted-image.tiff" descr="pasted-image.tif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881781" y="9274969"/>
            <a:ext cx="3750470" cy="3500439"/>
          </a:xfrm>
          <a:prstGeom prst="rect">
            <a:avLst/>
          </a:prstGeom>
          <a:ln w="12700">
            <a:miter lim="400000"/>
          </a:ln>
        </p:spPr>
      </p:pic>
      <p:pic>
        <p:nvPicPr>
          <p:cNvPr id="666" name="pasted-image.tiff" descr="pasted-image.tif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775000" y="8620125"/>
            <a:ext cx="3750470" cy="3500438"/>
          </a:xfrm>
          <a:prstGeom prst="rect">
            <a:avLst/>
          </a:prstGeom>
          <a:ln w="12700">
            <a:miter lim="400000"/>
          </a:ln>
        </p:spPr>
      </p:pic>
      <p:pic>
        <p:nvPicPr>
          <p:cNvPr id="667" name="pasted-image.tiff" descr="pasted-image.tif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596781" y="7965281"/>
            <a:ext cx="3750470" cy="350043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インターネットは…"/>
          <p:cNvSpPr txBox="1"/>
          <p:nvPr>
            <p:ph type="title"/>
          </p:nvPr>
        </p:nvSpPr>
        <p:spPr>
          <a:xfrm>
            <a:off x="3233988" y="870690"/>
            <a:ext cx="17916024" cy="6831119"/>
          </a:xfrm>
          <a:prstGeom prst="rect">
            <a:avLst/>
          </a:prstGeom>
        </p:spPr>
        <p:txBody>
          <a:bodyPr/>
          <a:lstStyle/>
          <a:p>
            <a:pPr>
              <a:defRPr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インターネットは</a:t>
            </a:r>
          </a:p>
          <a:p>
            <a:pPr>
              <a:defRPr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ネットワークが</a:t>
            </a:r>
          </a:p>
          <a:p>
            <a:pPr>
              <a:defRPr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pPr>
            <a:r>
              <a:t>たくさんつながったもの</a:t>
            </a:r>
          </a:p>
        </p:txBody>
      </p:sp>
      <p:sp>
        <p:nvSpPr>
          <p:cNvPr id="670" name="合計100おく台くらい"/>
          <p:cNvSpPr txBox="1"/>
          <p:nvPr/>
        </p:nvSpPr>
        <p:spPr>
          <a:xfrm>
            <a:off x="10025760" y="12306644"/>
            <a:ext cx="11588596" cy="1319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>
            <a:lvl1pPr defTabSz="821531">
              <a:defRPr sz="5600">
                <a:solidFill>
                  <a:srgbClr val="000000"/>
                </a:solidFill>
                <a:latin typeface="こども丸ゴシック"/>
                <a:ea typeface="こども丸ゴシック"/>
                <a:cs typeface="こども丸ゴシック"/>
                <a:sym typeface="こども丸ゴシック"/>
              </a:defRPr>
            </a:lvl1pPr>
          </a:lstStyle>
          <a:p>
            <a:pPr/>
            <a:r>
              <a:t>合計100おく台くらい</a:t>
            </a:r>
          </a:p>
        </p:txBody>
      </p:sp>
      <p:pic>
        <p:nvPicPr>
          <p:cNvPr id="671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85242" y="8783844"/>
            <a:ext cx="6413516" cy="280439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2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945735" y="7697478"/>
            <a:ext cx="6413517" cy="280439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3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14525724" y="9774201"/>
            <a:ext cx="6413516" cy="2804389"/>
          </a:xfrm>
          <a:prstGeom prst="rect">
            <a:avLst/>
          </a:prstGeom>
          <a:ln w="12700">
            <a:miter lim="400000"/>
          </a:ln>
        </p:spPr>
      </p:pic>
      <p:pic>
        <p:nvPicPr>
          <p:cNvPr id="674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1632368" y="8431160"/>
            <a:ext cx="6413516" cy="280439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5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24749" y="10010214"/>
            <a:ext cx="6413516" cy="280439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6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-4237463" y="7274792"/>
            <a:ext cx="6413517" cy="280439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7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-2915084" y="11400840"/>
            <a:ext cx="6413517" cy="280439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8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885567" y="6434769"/>
            <a:ext cx="6413516" cy="280439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9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0545886" y="9774201"/>
            <a:ext cx="6413517" cy="2804389"/>
          </a:xfrm>
          <a:prstGeom prst="rect">
            <a:avLst/>
          </a:prstGeom>
          <a:ln w="12700">
            <a:miter lim="400000"/>
          </a:ln>
        </p:spPr>
      </p:pic>
      <p:pic>
        <p:nvPicPr>
          <p:cNvPr id="680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 flipH="1">
            <a:off x="20322878" y="11400840"/>
            <a:ext cx="6413517" cy="280439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手紙のバケツリレー…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t>手紙のバケツリレー</a:t>
            </a:r>
          </a:p>
          <a:p>
            <a:pPr algn="ctr"/>
            <a:r>
              <a:t>怖くない？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暗号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>
            <a:lvl1pPr algn="ctr"/>
          </a:lstStyle>
          <a:p>
            <a:pPr/>
            <a:r>
              <a:t>暗号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" name="pasted-image.tiff" descr="pasted-image.tif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4268856" y="262659"/>
            <a:ext cx="9887395" cy="13190682"/>
          </a:xfrm>
          <a:prstGeom prst="rect">
            <a:avLst/>
          </a:prstGeom>
          <a:ln w="12700">
            <a:miter lim="400000"/>
          </a:ln>
        </p:spPr>
      </p:pic>
      <p:sp>
        <p:nvSpPr>
          <p:cNvPr id="687" name="エニグマ (Enigma)…"/>
          <p:cNvSpPr txBox="1"/>
          <p:nvPr/>
        </p:nvSpPr>
        <p:spPr>
          <a:xfrm>
            <a:off x="506997" y="3312147"/>
            <a:ext cx="13285750" cy="657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>
              <a:defRPr sz="6000"/>
            </a:pPr>
            <a:r>
              <a:t>エニグマ (Enigma) </a:t>
            </a:r>
          </a:p>
          <a:p>
            <a:pPr algn="l">
              <a:defRPr sz="6000"/>
            </a:pPr>
            <a:r>
              <a:t>第二次世界大戦でナチス・ドイツが</a:t>
            </a:r>
          </a:p>
          <a:p>
            <a:pPr algn="l">
              <a:defRPr sz="6000"/>
            </a:pPr>
            <a:r>
              <a:t>用いたローター式暗号機</a:t>
            </a:r>
          </a:p>
          <a:p>
            <a:pPr algn="l">
              <a:defRPr sz="6000"/>
            </a:pPr>
          </a:p>
          <a:p>
            <a:pPr algn="l">
              <a:defRPr sz="6000"/>
            </a:pPr>
            <a:r>
              <a:t>名称はギリシア語「謎」に由来</a:t>
            </a:r>
          </a:p>
          <a:p>
            <a:pPr algn="l">
              <a:defRPr sz="6000"/>
            </a:pPr>
            <a:r>
              <a:t>Wikipedia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共通鍵暗号"/>
          <p:cNvSpPr txBox="1"/>
          <p:nvPr/>
        </p:nvSpPr>
        <p:spPr>
          <a:xfrm>
            <a:off x="804653" y="663525"/>
            <a:ext cx="22774694" cy="2259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>
              <a:lnSpc>
                <a:spcPct val="80000"/>
              </a:lnSpc>
              <a:defRPr spc="-159" sz="8000">
                <a:solidFill>
                  <a:srgbClr val="000000"/>
                </a:solidFill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共通鍵暗号</a:t>
            </a:r>
          </a:p>
        </p:txBody>
      </p:sp>
      <p:grpSp>
        <p:nvGrpSpPr>
          <p:cNvPr id="693" name="グループ"/>
          <p:cNvGrpSpPr/>
          <p:nvPr/>
        </p:nvGrpSpPr>
        <p:grpSpPr>
          <a:xfrm>
            <a:off x="5044079" y="5701878"/>
            <a:ext cx="538275" cy="1048022"/>
            <a:chOff x="0" y="0"/>
            <a:chExt cx="538273" cy="1048021"/>
          </a:xfrm>
        </p:grpSpPr>
        <p:sp>
          <p:nvSpPr>
            <p:cNvPr id="690" name="円形"/>
            <p:cNvSpPr/>
            <p:nvPr/>
          </p:nvSpPr>
          <p:spPr>
            <a:xfrm>
              <a:off x="0" y="521092"/>
              <a:ext cx="526930" cy="526930"/>
            </a:xfrm>
            <a:prstGeom prst="ellips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91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692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697" name="グループ"/>
          <p:cNvGrpSpPr/>
          <p:nvPr/>
        </p:nvGrpSpPr>
        <p:grpSpPr>
          <a:xfrm>
            <a:off x="12053323" y="9068006"/>
            <a:ext cx="538275" cy="1048023"/>
            <a:chOff x="0" y="0"/>
            <a:chExt cx="538273" cy="1048021"/>
          </a:xfrm>
        </p:grpSpPr>
        <p:sp>
          <p:nvSpPr>
            <p:cNvPr id="694" name="円形"/>
            <p:cNvSpPr/>
            <p:nvPr/>
          </p:nvSpPr>
          <p:spPr>
            <a:xfrm>
              <a:off x="0" y="521092"/>
              <a:ext cx="526930" cy="526930"/>
            </a:xfrm>
            <a:prstGeom prst="ellips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695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696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700" name="グループ"/>
          <p:cNvGrpSpPr/>
          <p:nvPr/>
        </p:nvGrpSpPr>
        <p:grpSpPr>
          <a:xfrm>
            <a:off x="2991642" y="4350533"/>
            <a:ext cx="1438817" cy="1852304"/>
            <a:chOff x="0" y="0"/>
            <a:chExt cx="1438816" cy="1852302"/>
          </a:xfrm>
        </p:grpSpPr>
        <p:sp>
          <p:nvSpPr>
            <p:cNvPr id="698" name="楕円"/>
            <p:cNvSpPr/>
            <p:nvPr/>
          </p:nvSpPr>
          <p:spPr>
            <a:xfrm>
              <a:off x="197226" y="784841"/>
              <a:ext cx="1053347" cy="1067462"/>
            </a:xfrm>
            <a:prstGeom prst="ellipse">
              <a:avLst/>
            </a:prstGeom>
            <a:blipFill rotWithShape="1">
              <a:blip r:embed="rId2"/>
              <a:srcRect l="0" t="0" r="0" b="0"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699" name="楕円"/>
            <p:cNvSpPr/>
            <p:nvPr/>
          </p:nvSpPr>
          <p:spPr>
            <a:xfrm>
              <a:off x="0" y="0"/>
              <a:ext cx="1438817" cy="1337280"/>
            </a:xfrm>
            <a:prstGeom prst="ellipse">
              <a:avLst/>
            </a:prstGeom>
            <a:solidFill>
              <a:srgbClr val="F0D9AC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703" name="グループ"/>
          <p:cNvGrpSpPr/>
          <p:nvPr/>
        </p:nvGrpSpPr>
        <p:grpSpPr>
          <a:xfrm>
            <a:off x="19949235" y="4261970"/>
            <a:ext cx="1438817" cy="1852304"/>
            <a:chOff x="0" y="0"/>
            <a:chExt cx="1438816" cy="1852302"/>
          </a:xfrm>
        </p:grpSpPr>
        <p:sp>
          <p:nvSpPr>
            <p:cNvPr id="701" name="楕円"/>
            <p:cNvSpPr/>
            <p:nvPr/>
          </p:nvSpPr>
          <p:spPr>
            <a:xfrm>
              <a:off x="197226" y="784841"/>
              <a:ext cx="1053347" cy="1067462"/>
            </a:xfrm>
            <a:prstGeom prst="ellipse">
              <a:avLst/>
            </a:prstGeom>
            <a:solidFill>
              <a:srgbClr val="EC5D57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8284"/>
                  </a:solidFill>
                </a:defRPr>
              </a:pPr>
            </a:p>
          </p:txBody>
        </p:sp>
        <p:sp>
          <p:nvSpPr>
            <p:cNvPr id="702" name="楕円"/>
            <p:cNvSpPr/>
            <p:nvPr/>
          </p:nvSpPr>
          <p:spPr>
            <a:xfrm>
              <a:off x="0" y="0"/>
              <a:ext cx="1438817" cy="1337280"/>
            </a:xfrm>
            <a:prstGeom prst="ellipse">
              <a:avLst/>
            </a:prstGeom>
            <a:solidFill>
              <a:srgbClr val="F0D9AC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707" name="グループ"/>
          <p:cNvGrpSpPr/>
          <p:nvPr/>
        </p:nvGrpSpPr>
        <p:grpSpPr>
          <a:xfrm>
            <a:off x="18797339" y="5701878"/>
            <a:ext cx="538274" cy="1048022"/>
            <a:chOff x="0" y="0"/>
            <a:chExt cx="538273" cy="1048021"/>
          </a:xfrm>
        </p:grpSpPr>
        <p:sp>
          <p:nvSpPr>
            <p:cNvPr id="704" name="円形"/>
            <p:cNvSpPr/>
            <p:nvPr/>
          </p:nvSpPr>
          <p:spPr>
            <a:xfrm>
              <a:off x="0" y="521092"/>
              <a:ext cx="526930" cy="526930"/>
            </a:xfrm>
            <a:prstGeom prst="ellips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05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706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710" name="グループ"/>
          <p:cNvGrpSpPr/>
          <p:nvPr/>
        </p:nvGrpSpPr>
        <p:grpSpPr>
          <a:xfrm>
            <a:off x="11603052" y="10635512"/>
            <a:ext cx="1438817" cy="1852303"/>
            <a:chOff x="0" y="0"/>
            <a:chExt cx="1438816" cy="1852302"/>
          </a:xfrm>
        </p:grpSpPr>
        <p:sp>
          <p:nvSpPr>
            <p:cNvPr id="708" name="楕円"/>
            <p:cNvSpPr/>
            <p:nvPr/>
          </p:nvSpPr>
          <p:spPr>
            <a:xfrm>
              <a:off x="197226" y="784841"/>
              <a:ext cx="1053347" cy="1067462"/>
            </a:xfrm>
            <a:prstGeom prst="ellipse">
              <a:avLst/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8284"/>
                  </a:solidFill>
                </a:defRPr>
              </a:pPr>
            </a:p>
          </p:txBody>
        </p:sp>
        <p:sp>
          <p:nvSpPr>
            <p:cNvPr id="709" name="楕円"/>
            <p:cNvSpPr/>
            <p:nvPr/>
          </p:nvSpPr>
          <p:spPr>
            <a:xfrm>
              <a:off x="0" y="0"/>
              <a:ext cx="1438817" cy="1337280"/>
            </a:xfrm>
            <a:prstGeom prst="ellipse">
              <a:avLst/>
            </a:prstGeom>
            <a:solidFill>
              <a:srgbClr val="F0D9AC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711" name="線"/>
          <p:cNvSpPr/>
          <p:nvPr/>
        </p:nvSpPr>
        <p:spPr>
          <a:xfrm flipH="1" flipV="1">
            <a:off x="5044080" y="5188121"/>
            <a:ext cx="14295840" cy="1"/>
          </a:xfrm>
          <a:prstGeom prst="line">
            <a:avLst/>
          </a:prstGeom>
          <a:ln w="1016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12" name="鍵を渡して、暗号通信"/>
          <p:cNvSpPr txBox="1"/>
          <p:nvPr/>
        </p:nvSpPr>
        <p:spPr>
          <a:xfrm>
            <a:off x="9017743" y="3896490"/>
            <a:ext cx="6442076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鍵を渡して、暗号通信</a:t>
            </a:r>
          </a:p>
        </p:txBody>
      </p:sp>
      <p:sp>
        <p:nvSpPr>
          <p:cNvPr id="713" name="線"/>
          <p:cNvSpPr/>
          <p:nvPr/>
        </p:nvSpPr>
        <p:spPr>
          <a:xfrm>
            <a:off x="12189846" y="5094185"/>
            <a:ext cx="1" cy="3554002"/>
          </a:xfrm>
          <a:prstGeom prst="line">
            <a:avLst/>
          </a:prstGeom>
          <a:ln w="1016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14" name="鍵を渡すときに見られていたら…"/>
          <p:cNvSpPr txBox="1"/>
          <p:nvPr/>
        </p:nvSpPr>
        <p:spPr>
          <a:xfrm>
            <a:off x="13966482" y="10696476"/>
            <a:ext cx="9680576" cy="1730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l" defTabSz="821531">
              <a:defRPr sz="5000">
                <a:solidFill>
                  <a:srgbClr val="000000"/>
                </a:solidFill>
              </a:defRPr>
            </a:pPr>
            <a:r>
              <a:t>鍵を渡すときに見られていたら</a:t>
            </a:r>
          </a:p>
          <a:p>
            <a:pPr algn="l" defTabSz="821531">
              <a:defRPr sz="5000">
                <a:solidFill>
                  <a:srgbClr val="000000"/>
                </a:solidFill>
              </a:defRPr>
            </a:pPr>
            <a:r>
              <a:t>悪意ある人に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+mn-lt"/>
                <a:ea typeface="+mn-ea"/>
                <a:cs typeface="+mn-cs"/>
                <a:sym typeface="ヒラギノ角ゴ ProN W6"/>
              </a:rPr>
              <a:t>傍受・改竄</a:t>
            </a:r>
            <a:r>
              <a:t>される！</a:t>
            </a:r>
          </a:p>
        </p:txBody>
      </p:sp>
      <p:sp>
        <p:nvSpPr>
          <p:cNvPr id="715" name="線"/>
          <p:cNvSpPr/>
          <p:nvPr/>
        </p:nvSpPr>
        <p:spPr>
          <a:xfrm>
            <a:off x="5944098" y="6242928"/>
            <a:ext cx="12239622" cy="1"/>
          </a:xfrm>
          <a:prstGeom prst="line">
            <a:avLst/>
          </a:prstGeom>
          <a:ln w="88900">
            <a:solidFill>
              <a:srgbClr val="A6AAA9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sp>
        <p:nvSpPr>
          <p:cNvPr id="716" name="登場する鍵１つ…"/>
          <p:cNvSpPr txBox="1"/>
          <p:nvPr/>
        </p:nvSpPr>
        <p:spPr>
          <a:xfrm>
            <a:off x="501709" y="8967087"/>
            <a:ext cx="4600576" cy="17303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l" defTabSz="821531">
              <a:defRPr sz="5000">
                <a:solidFill>
                  <a:srgbClr val="000000"/>
                </a:solidFill>
              </a:defRPr>
            </a:pPr>
            <a:r>
              <a:t>登場する鍵１つ</a:t>
            </a:r>
          </a:p>
          <a:p>
            <a:pPr algn="l" defTabSz="821531">
              <a:defRPr sz="5000">
                <a:solidFill>
                  <a:srgbClr val="000000"/>
                </a:solidFill>
              </a:defRPr>
            </a:pPr>
            <a:r>
              <a:t>　　共通鍵</a:t>
            </a:r>
          </a:p>
        </p:txBody>
      </p:sp>
      <p:grpSp>
        <p:nvGrpSpPr>
          <p:cNvPr id="720" name="グループ"/>
          <p:cNvGrpSpPr/>
          <p:nvPr/>
        </p:nvGrpSpPr>
        <p:grpSpPr>
          <a:xfrm>
            <a:off x="825713" y="9879153"/>
            <a:ext cx="344179" cy="670118"/>
            <a:chOff x="0" y="0"/>
            <a:chExt cx="344178" cy="670117"/>
          </a:xfrm>
        </p:grpSpPr>
        <p:sp>
          <p:nvSpPr>
            <p:cNvPr id="717" name="円形"/>
            <p:cNvSpPr/>
            <p:nvPr/>
          </p:nvSpPr>
          <p:spPr>
            <a:xfrm>
              <a:off x="0" y="333192"/>
              <a:ext cx="336925" cy="336926"/>
            </a:xfrm>
            <a:prstGeom prst="ellips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18" name="線"/>
            <p:cNvSpPr/>
            <p:nvPr/>
          </p:nvSpPr>
          <p:spPr>
            <a:xfrm flipV="1">
              <a:off x="168462" y="-1"/>
              <a:ext cx="1" cy="336926"/>
            </a:xfrm>
            <a:prstGeom prst="lin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719" name="線"/>
            <p:cNvSpPr/>
            <p:nvPr/>
          </p:nvSpPr>
          <p:spPr>
            <a:xfrm>
              <a:off x="133001" y="168462"/>
              <a:ext cx="211178" cy="1"/>
            </a:xfrm>
            <a:prstGeom prst="lin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21世紀の大発明、公開鍵暗号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>
            <a:lvl1pPr algn="ctr"/>
          </a:lstStyle>
          <a:p>
            <a:pPr/>
            <a:r>
              <a:t>21世紀の大発明、公開鍵暗号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鍵が２つ！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>
            <a:lvl1pPr algn="ctr"/>
          </a:lstStyle>
          <a:p>
            <a:pPr/>
            <a:r>
              <a:t>鍵が２つ！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公開鍵暗号"/>
          <p:cNvSpPr txBox="1"/>
          <p:nvPr/>
        </p:nvSpPr>
        <p:spPr>
          <a:xfrm>
            <a:off x="804653" y="663525"/>
            <a:ext cx="22774694" cy="2259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>
              <a:lnSpc>
                <a:spcPct val="80000"/>
              </a:lnSpc>
              <a:defRPr spc="-159" sz="8000">
                <a:solidFill>
                  <a:srgbClr val="000000"/>
                </a:solidFill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公開鍵暗号</a:t>
            </a:r>
          </a:p>
        </p:txBody>
      </p:sp>
      <p:grpSp>
        <p:nvGrpSpPr>
          <p:cNvPr id="729" name="グループ"/>
          <p:cNvGrpSpPr/>
          <p:nvPr/>
        </p:nvGrpSpPr>
        <p:grpSpPr>
          <a:xfrm>
            <a:off x="2991642" y="4350533"/>
            <a:ext cx="1438817" cy="1852304"/>
            <a:chOff x="0" y="0"/>
            <a:chExt cx="1438816" cy="1852302"/>
          </a:xfrm>
        </p:grpSpPr>
        <p:sp>
          <p:nvSpPr>
            <p:cNvPr id="727" name="楕円"/>
            <p:cNvSpPr/>
            <p:nvPr/>
          </p:nvSpPr>
          <p:spPr>
            <a:xfrm>
              <a:off x="197226" y="784841"/>
              <a:ext cx="1053347" cy="1067462"/>
            </a:xfrm>
            <a:prstGeom prst="ellipse">
              <a:avLst/>
            </a:prstGeom>
            <a:blipFill rotWithShape="1">
              <a:blip r:embed="rId2"/>
              <a:srcRect l="0" t="0" r="0" b="0"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28" name="楕円"/>
            <p:cNvSpPr/>
            <p:nvPr/>
          </p:nvSpPr>
          <p:spPr>
            <a:xfrm>
              <a:off x="0" y="0"/>
              <a:ext cx="1438817" cy="1337280"/>
            </a:xfrm>
            <a:prstGeom prst="ellipse">
              <a:avLst/>
            </a:prstGeom>
            <a:solidFill>
              <a:srgbClr val="F0D9AC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732" name="グループ"/>
          <p:cNvGrpSpPr/>
          <p:nvPr/>
        </p:nvGrpSpPr>
        <p:grpSpPr>
          <a:xfrm>
            <a:off x="19949235" y="4261970"/>
            <a:ext cx="1438817" cy="1852304"/>
            <a:chOff x="0" y="0"/>
            <a:chExt cx="1438816" cy="1852302"/>
          </a:xfrm>
        </p:grpSpPr>
        <p:sp>
          <p:nvSpPr>
            <p:cNvPr id="730" name="楕円"/>
            <p:cNvSpPr/>
            <p:nvPr/>
          </p:nvSpPr>
          <p:spPr>
            <a:xfrm>
              <a:off x="197226" y="784841"/>
              <a:ext cx="1053347" cy="1067462"/>
            </a:xfrm>
            <a:prstGeom prst="ellipse">
              <a:avLst/>
            </a:prstGeom>
            <a:solidFill>
              <a:srgbClr val="EC5D57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8284"/>
                  </a:solidFill>
                </a:defRPr>
              </a:pPr>
            </a:p>
          </p:txBody>
        </p:sp>
        <p:sp>
          <p:nvSpPr>
            <p:cNvPr id="731" name="楕円"/>
            <p:cNvSpPr/>
            <p:nvPr/>
          </p:nvSpPr>
          <p:spPr>
            <a:xfrm>
              <a:off x="0" y="0"/>
              <a:ext cx="1438817" cy="1337280"/>
            </a:xfrm>
            <a:prstGeom prst="ellipse">
              <a:avLst/>
            </a:prstGeom>
            <a:solidFill>
              <a:srgbClr val="F0D9AC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735" name="グループ"/>
          <p:cNvGrpSpPr/>
          <p:nvPr/>
        </p:nvGrpSpPr>
        <p:grpSpPr>
          <a:xfrm>
            <a:off x="11603052" y="10635512"/>
            <a:ext cx="1438817" cy="1852303"/>
            <a:chOff x="0" y="0"/>
            <a:chExt cx="1438816" cy="1852302"/>
          </a:xfrm>
        </p:grpSpPr>
        <p:sp>
          <p:nvSpPr>
            <p:cNvPr id="733" name="楕円"/>
            <p:cNvSpPr/>
            <p:nvPr/>
          </p:nvSpPr>
          <p:spPr>
            <a:xfrm>
              <a:off x="197226" y="784841"/>
              <a:ext cx="1053347" cy="1067462"/>
            </a:xfrm>
            <a:prstGeom prst="ellipse">
              <a:avLst/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8284"/>
                  </a:solidFill>
                </a:defRPr>
              </a:pPr>
            </a:p>
          </p:txBody>
        </p:sp>
        <p:sp>
          <p:nvSpPr>
            <p:cNvPr id="734" name="楕円"/>
            <p:cNvSpPr/>
            <p:nvPr/>
          </p:nvSpPr>
          <p:spPr>
            <a:xfrm>
              <a:off x="0" y="0"/>
              <a:ext cx="1438817" cy="1337280"/>
            </a:xfrm>
            <a:prstGeom prst="ellipse">
              <a:avLst/>
            </a:prstGeom>
            <a:solidFill>
              <a:srgbClr val="F0D9AC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736" name="線"/>
          <p:cNvSpPr/>
          <p:nvPr/>
        </p:nvSpPr>
        <p:spPr>
          <a:xfrm flipH="1" flipV="1">
            <a:off x="5044080" y="5188121"/>
            <a:ext cx="14295840" cy="1"/>
          </a:xfrm>
          <a:prstGeom prst="line">
            <a:avLst/>
          </a:prstGeom>
          <a:ln w="101600">
            <a:solidFill>
              <a:srgbClr val="000000"/>
            </a:solidFill>
            <a:custDash>
              <a:ds d="200000" sp="200000"/>
            </a:custDash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grpSp>
        <p:nvGrpSpPr>
          <p:cNvPr id="740" name="グループ"/>
          <p:cNvGrpSpPr/>
          <p:nvPr/>
        </p:nvGrpSpPr>
        <p:grpSpPr>
          <a:xfrm>
            <a:off x="1844052" y="5229089"/>
            <a:ext cx="538275" cy="1048022"/>
            <a:chOff x="0" y="0"/>
            <a:chExt cx="538273" cy="1048021"/>
          </a:xfrm>
        </p:grpSpPr>
        <p:sp>
          <p:nvSpPr>
            <p:cNvPr id="737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773F9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38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773F9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739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773F9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741" name="Aさん秘密鍵"/>
          <p:cNvSpPr txBox="1"/>
          <p:nvPr/>
        </p:nvSpPr>
        <p:spPr>
          <a:xfrm>
            <a:off x="731745" y="6502702"/>
            <a:ext cx="380682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Aさん秘密鍵</a:t>
            </a:r>
          </a:p>
        </p:txBody>
      </p:sp>
      <p:sp>
        <p:nvSpPr>
          <p:cNvPr id="742" name="Aさん公開鍵"/>
          <p:cNvSpPr txBox="1"/>
          <p:nvPr/>
        </p:nvSpPr>
        <p:spPr>
          <a:xfrm>
            <a:off x="731745" y="2873533"/>
            <a:ext cx="380682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Aさん公開鍵</a:t>
            </a:r>
          </a:p>
        </p:txBody>
      </p:sp>
      <p:sp>
        <p:nvSpPr>
          <p:cNvPr id="743" name="Bさん公開鍵"/>
          <p:cNvSpPr txBox="1"/>
          <p:nvPr/>
        </p:nvSpPr>
        <p:spPr>
          <a:xfrm>
            <a:off x="20166219" y="2594949"/>
            <a:ext cx="378269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Bさん公開鍵</a:t>
            </a:r>
          </a:p>
        </p:txBody>
      </p:sp>
      <p:sp>
        <p:nvSpPr>
          <p:cNvPr id="744" name="Bさん秘密鍵"/>
          <p:cNvSpPr txBox="1"/>
          <p:nvPr/>
        </p:nvSpPr>
        <p:spPr>
          <a:xfrm>
            <a:off x="20166219" y="6502702"/>
            <a:ext cx="378269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Bさん秘密鍵</a:t>
            </a:r>
          </a:p>
        </p:txBody>
      </p:sp>
      <p:grpSp>
        <p:nvGrpSpPr>
          <p:cNvPr id="748" name="グループ"/>
          <p:cNvGrpSpPr/>
          <p:nvPr/>
        </p:nvGrpSpPr>
        <p:grpSpPr>
          <a:xfrm>
            <a:off x="1844052" y="3916237"/>
            <a:ext cx="538275" cy="1048022"/>
            <a:chOff x="0" y="0"/>
            <a:chExt cx="538273" cy="1048021"/>
          </a:xfrm>
        </p:grpSpPr>
        <p:sp>
          <p:nvSpPr>
            <p:cNvPr id="745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46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747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752" name="グループ"/>
          <p:cNvGrpSpPr/>
          <p:nvPr/>
        </p:nvGrpSpPr>
        <p:grpSpPr>
          <a:xfrm>
            <a:off x="21788429" y="3631528"/>
            <a:ext cx="538275" cy="1048022"/>
            <a:chOff x="0" y="0"/>
            <a:chExt cx="538273" cy="1048021"/>
          </a:xfrm>
        </p:grpSpPr>
        <p:sp>
          <p:nvSpPr>
            <p:cNvPr id="749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50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751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756" name="グループ"/>
          <p:cNvGrpSpPr/>
          <p:nvPr/>
        </p:nvGrpSpPr>
        <p:grpSpPr>
          <a:xfrm>
            <a:off x="21788431" y="4937762"/>
            <a:ext cx="538274" cy="1048023"/>
            <a:chOff x="0" y="0"/>
            <a:chExt cx="538273" cy="1048022"/>
          </a:xfrm>
        </p:grpSpPr>
        <p:sp>
          <p:nvSpPr>
            <p:cNvPr id="753" name="円形"/>
            <p:cNvSpPr/>
            <p:nvPr/>
          </p:nvSpPr>
          <p:spPr>
            <a:xfrm>
              <a:off x="0" y="521092"/>
              <a:ext cx="526930" cy="526930"/>
            </a:xfrm>
            <a:prstGeom prst="ellipse">
              <a:avLst/>
            </a:prstGeom>
            <a:noFill/>
            <a:ln w="1270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54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755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757" name="安心して通信したい"/>
          <p:cNvSpPr txBox="1"/>
          <p:nvPr/>
        </p:nvSpPr>
        <p:spPr>
          <a:xfrm>
            <a:off x="9275762" y="4208046"/>
            <a:ext cx="583247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安心して通信したい</a:t>
            </a:r>
          </a:p>
        </p:txBody>
      </p:sp>
      <p:sp>
        <p:nvSpPr>
          <p:cNvPr id="758" name="線"/>
          <p:cNvSpPr/>
          <p:nvPr/>
        </p:nvSpPr>
        <p:spPr>
          <a:xfrm flipH="1">
            <a:off x="12189847" y="5135093"/>
            <a:ext cx="1" cy="4526522"/>
          </a:xfrm>
          <a:prstGeom prst="line">
            <a:avLst/>
          </a:prstGeom>
          <a:ln w="1016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759" name="見られたくない"/>
          <p:cNvSpPr txBox="1"/>
          <p:nvPr/>
        </p:nvSpPr>
        <p:spPr>
          <a:xfrm>
            <a:off x="13240128" y="7453650"/>
            <a:ext cx="460057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見られたくない</a:t>
            </a:r>
          </a:p>
        </p:txBody>
      </p:sp>
      <p:grpSp>
        <p:nvGrpSpPr>
          <p:cNvPr id="762" name="グループ"/>
          <p:cNvGrpSpPr/>
          <p:nvPr/>
        </p:nvGrpSpPr>
        <p:grpSpPr>
          <a:xfrm>
            <a:off x="11557000" y="7207587"/>
            <a:ext cx="1270000" cy="1270001"/>
            <a:chOff x="0" y="0"/>
            <a:chExt cx="1270000" cy="1270000"/>
          </a:xfrm>
        </p:grpSpPr>
        <p:sp>
          <p:nvSpPr>
            <p:cNvPr id="760" name="線"/>
            <p:cNvSpPr/>
            <p:nvPr/>
          </p:nvSpPr>
          <p:spPr>
            <a:xfrm flipV="1">
              <a:off x="0" y="0"/>
              <a:ext cx="1270000" cy="1270000"/>
            </a:xfrm>
            <a:prstGeom prst="line">
              <a:avLst/>
            </a:prstGeom>
            <a:noFill/>
            <a:ln w="1016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61" name="線"/>
            <p:cNvSpPr/>
            <p:nvPr/>
          </p:nvSpPr>
          <p:spPr>
            <a:xfrm flipH="1" flipV="1">
              <a:off x="0" y="0"/>
              <a:ext cx="1270000" cy="1270000"/>
            </a:xfrm>
            <a:prstGeom prst="line">
              <a:avLst/>
            </a:prstGeom>
            <a:noFill/>
            <a:ln w="1016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000000"/>
                  </a:solidFill>
                </a:defRPr>
              </a:pPr>
            </a:p>
          </p:txBody>
        </p:sp>
      </p:grpSp>
      <p:grpSp>
        <p:nvGrpSpPr>
          <p:cNvPr id="784" name="グループ"/>
          <p:cNvGrpSpPr/>
          <p:nvPr/>
        </p:nvGrpSpPr>
        <p:grpSpPr>
          <a:xfrm>
            <a:off x="457853" y="7861017"/>
            <a:ext cx="6505576" cy="5540375"/>
            <a:chOff x="0" y="0"/>
            <a:chExt cx="6505575" cy="5540374"/>
          </a:xfrm>
        </p:grpSpPr>
        <p:sp>
          <p:nvSpPr>
            <p:cNvPr id="763" name="登場する鍵５つ…"/>
            <p:cNvSpPr txBox="1"/>
            <p:nvPr/>
          </p:nvSpPr>
          <p:spPr>
            <a:xfrm>
              <a:off x="0" y="0"/>
              <a:ext cx="6505575" cy="5540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1437" tIns="71437" rIns="71437" bIns="71437" numCol="1" anchor="t">
              <a:spAutoFit/>
            </a:bodyPr>
            <a:lstStyle/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登場する鍵５つ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Aさんの公開鍵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Aさんの秘密鍵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Bさんの公開鍵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Bさんの秘密鍵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生成される共通鍵</a:t>
              </a:r>
            </a:p>
          </p:txBody>
        </p:sp>
        <p:grpSp>
          <p:nvGrpSpPr>
            <p:cNvPr id="767" name="グループ"/>
            <p:cNvGrpSpPr/>
            <p:nvPr/>
          </p:nvGrpSpPr>
          <p:grpSpPr>
            <a:xfrm>
              <a:off x="428716" y="1007437"/>
              <a:ext cx="344179" cy="670118"/>
              <a:chOff x="0" y="0"/>
              <a:chExt cx="344178" cy="670116"/>
            </a:xfrm>
          </p:grpSpPr>
          <p:sp>
            <p:nvSpPr>
              <p:cNvPr id="764" name="円形"/>
              <p:cNvSpPr/>
              <p:nvPr/>
            </p:nvSpPr>
            <p:spPr>
              <a:xfrm>
                <a:off x="0" y="333191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rgbClr val="00882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765" name="線"/>
              <p:cNvSpPr/>
              <p:nvPr/>
            </p:nvSpPr>
            <p:spPr>
              <a:xfrm flipV="1">
                <a:off x="168462" y="-1"/>
                <a:ext cx="1" cy="336926"/>
              </a:xfrm>
              <a:prstGeom prst="line">
                <a:avLst/>
              </a:prstGeom>
              <a:noFill/>
              <a:ln w="127000" cap="flat">
                <a:solidFill>
                  <a:srgbClr val="00882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66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rgbClr val="00882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771" name="グループ"/>
            <p:cNvGrpSpPr/>
            <p:nvPr/>
          </p:nvGrpSpPr>
          <p:grpSpPr>
            <a:xfrm>
              <a:off x="407868" y="2857589"/>
              <a:ext cx="344180" cy="670117"/>
              <a:chOff x="0" y="0"/>
              <a:chExt cx="344178" cy="670116"/>
            </a:xfrm>
          </p:grpSpPr>
          <p:sp>
            <p:nvSpPr>
              <p:cNvPr id="768" name="円形"/>
              <p:cNvSpPr/>
              <p:nvPr/>
            </p:nvSpPr>
            <p:spPr>
              <a:xfrm>
                <a:off x="0" y="333191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rgbClr val="0365C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769" name="線"/>
              <p:cNvSpPr/>
              <p:nvPr/>
            </p:nvSpPr>
            <p:spPr>
              <a:xfrm flipV="1">
                <a:off x="168462" y="0"/>
                <a:ext cx="1" cy="336925"/>
              </a:xfrm>
              <a:prstGeom prst="line">
                <a:avLst/>
              </a:prstGeom>
              <a:noFill/>
              <a:ln w="127000" cap="flat">
                <a:solidFill>
                  <a:srgbClr val="0365C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70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rgbClr val="0365C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775" name="グループ"/>
            <p:cNvGrpSpPr/>
            <p:nvPr/>
          </p:nvGrpSpPr>
          <p:grpSpPr>
            <a:xfrm>
              <a:off x="403316" y="4766451"/>
              <a:ext cx="344179" cy="670118"/>
              <a:chOff x="0" y="0"/>
              <a:chExt cx="344178" cy="670117"/>
            </a:xfrm>
          </p:grpSpPr>
          <p:sp>
            <p:nvSpPr>
              <p:cNvPr id="772" name="円形"/>
              <p:cNvSpPr/>
              <p:nvPr/>
            </p:nvSpPr>
            <p:spPr>
              <a:xfrm>
                <a:off x="0" y="333192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chemeClr val="accent4">
                    <a:hueOff val="-1247790"/>
                    <a:lumOff val="-12326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773" name="線"/>
              <p:cNvSpPr/>
              <p:nvPr/>
            </p:nvSpPr>
            <p:spPr>
              <a:xfrm flipV="1">
                <a:off x="168462" y="-1"/>
                <a:ext cx="1" cy="336926"/>
              </a:xfrm>
              <a:prstGeom prst="line">
                <a:avLst/>
              </a:prstGeom>
              <a:noFill/>
              <a:ln w="127000" cap="flat">
                <a:solidFill>
                  <a:schemeClr val="accent4">
                    <a:hueOff val="-1247790"/>
                    <a:lumOff val="-12326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74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chemeClr val="accent4">
                    <a:hueOff val="-1247790"/>
                    <a:lumOff val="-12326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779" name="グループ"/>
            <p:cNvGrpSpPr/>
            <p:nvPr/>
          </p:nvGrpSpPr>
          <p:grpSpPr>
            <a:xfrm>
              <a:off x="403316" y="1918847"/>
              <a:ext cx="344179" cy="670117"/>
              <a:chOff x="0" y="0"/>
              <a:chExt cx="344178" cy="670116"/>
            </a:xfrm>
          </p:grpSpPr>
          <p:sp>
            <p:nvSpPr>
              <p:cNvPr id="776" name="円形"/>
              <p:cNvSpPr/>
              <p:nvPr/>
            </p:nvSpPr>
            <p:spPr>
              <a:xfrm>
                <a:off x="0" y="333191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rgbClr val="773F9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777" name="線"/>
              <p:cNvSpPr/>
              <p:nvPr/>
            </p:nvSpPr>
            <p:spPr>
              <a:xfrm flipV="1">
                <a:off x="168462" y="0"/>
                <a:ext cx="1" cy="336925"/>
              </a:xfrm>
              <a:prstGeom prst="line">
                <a:avLst/>
              </a:prstGeom>
              <a:noFill/>
              <a:ln w="127000" cap="flat">
                <a:solidFill>
                  <a:srgbClr val="773F9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78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rgbClr val="773F9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783" name="グループ"/>
            <p:cNvGrpSpPr/>
            <p:nvPr/>
          </p:nvGrpSpPr>
          <p:grpSpPr>
            <a:xfrm>
              <a:off x="398764" y="3812020"/>
              <a:ext cx="344179" cy="670118"/>
              <a:chOff x="0" y="0"/>
              <a:chExt cx="344178" cy="670116"/>
            </a:xfrm>
          </p:grpSpPr>
          <p:sp>
            <p:nvSpPr>
              <p:cNvPr id="780" name="円形"/>
              <p:cNvSpPr/>
              <p:nvPr/>
            </p:nvSpPr>
            <p:spPr>
              <a:xfrm>
                <a:off x="0" y="333191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781" name="線"/>
              <p:cNvSpPr/>
              <p:nvPr/>
            </p:nvSpPr>
            <p:spPr>
              <a:xfrm flipV="1">
                <a:off x="168462" y="-1"/>
                <a:ext cx="1" cy="336926"/>
              </a:xfrm>
              <a:prstGeom prst="line">
                <a:avLst/>
              </a:prstGeom>
              <a:noFill/>
              <a:ln w="1270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782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公開鍵暗号"/>
          <p:cNvSpPr txBox="1"/>
          <p:nvPr/>
        </p:nvSpPr>
        <p:spPr>
          <a:xfrm>
            <a:off x="804653" y="663525"/>
            <a:ext cx="22774694" cy="2259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>
              <a:lnSpc>
                <a:spcPct val="80000"/>
              </a:lnSpc>
              <a:defRPr spc="-159" sz="8000">
                <a:solidFill>
                  <a:srgbClr val="000000"/>
                </a:solidFill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公開鍵暗号</a:t>
            </a:r>
          </a:p>
        </p:txBody>
      </p:sp>
      <p:grpSp>
        <p:nvGrpSpPr>
          <p:cNvPr id="789" name="グループ"/>
          <p:cNvGrpSpPr/>
          <p:nvPr/>
        </p:nvGrpSpPr>
        <p:grpSpPr>
          <a:xfrm>
            <a:off x="2991642" y="4350533"/>
            <a:ext cx="1438817" cy="1852304"/>
            <a:chOff x="0" y="0"/>
            <a:chExt cx="1438816" cy="1852302"/>
          </a:xfrm>
        </p:grpSpPr>
        <p:sp>
          <p:nvSpPr>
            <p:cNvPr id="787" name="楕円"/>
            <p:cNvSpPr/>
            <p:nvPr/>
          </p:nvSpPr>
          <p:spPr>
            <a:xfrm>
              <a:off x="197226" y="784841"/>
              <a:ext cx="1053347" cy="1067462"/>
            </a:xfrm>
            <a:prstGeom prst="ellipse">
              <a:avLst/>
            </a:prstGeom>
            <a:blipFill rotWithShape="1">
              <a:blip r:embed="rId2"/>
              <a:srcRect l="0" t="0" r="0" b="0"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788" name="楕円"/>
            <p:cNvSpPr/>
            <p:nvPr/>
          </p:nvSpPr>
          <p:spPr>
            <a:xfrm>
              <a:off x="0" y="0"/>
              <a:ext cx="1438817" cy="1337280"/>
            </a:xfrm>
            <a:prstGeom prst="ellipse">
              <a:avLst/>
            </a:prstGeom>
            <a:solidFill>
              <a:srgbClr val="F0D9AC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792" name="グループ"/>
          <p:cNvGrpSpPr/>
          <p:nvPr/>
        </p:nvGrpSpPr>
        <p:grpSpPr>
          <a:xfrm>
            <a:off x="19949235" y="4261970"/>
            <a:ext cx="1438817" cy="1852304"/>
            <a:chOff x="0" y="0"/>
            <a:chExt cx="1438816" cy="1852302"/>
          </a:xfrm>
        </p:grpSpPr>
        <p:sp>
          <p:nvSpPr>
            <p:cNvPr id="790" name="楕円"/>
            <p:cNvSpPr/>
            <p:nvPr/>
          </p:nvSpPr>
          <p:spPr>
            <a:xfrm>
              <a:off x="197226" y="784841"/>
              <a:ext cx="1053347" cy="1067462"/>
            </a:xfrm>
            <a:prstGeom prst="ellipse">
              <a:avLst/>
            </a:prstGeom>
            <a:solidFill>
              <a:srgbClr val="EC5D57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8284"/>
                  </a:solidFill>
                </a:defRPr>
              </a:pPr>
            </a:p>
          </p:txBody>
        </p:sp>
        <p:sp>
          <p:nvSpPr>
            <p:cNvPr id="791" name="楕円"/>
            <p:cNvSpPr/>
            <p:nvPr/>
          </p:nvSpPr>
          <p:spPr>
            <a:xfrm>
              <a:off x="0" y="0"/>
              <a:ext cx="1438817" cy="1337280"/>
            </a:xfrm>
            <a:prstGeom prst="ellipse">
              <a:avLst/>
            </a:prstGeom>
            <a:solidFill>
              <a:srgbClr val="F0D9AC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795" name="グループ"/>
          <p:cNvGrpSpPr/>
          <p:nvPr/>
        </p:nvGrpSpPr>
        <p:grpSpPr>
          <a:xfrm>
            <a:off x="11603052" y="10635512"/>
            <a:ext cx="1438817" cy="1852303"/>
            <a:chOff x="0" y="0"/>
            <a:chExt cx="1438816" cy="1852302"/>
          </a:xfrm>
        </p:grpSpPr>
        <p:sp>
          <p:nvSpPr>
            <p:cNvPr id="793" name="楕円"/>
            <p:cNvSpPr/>
            <p:nvPr/>
          </p:nvSpPr>
          <p:spPr>
            <a:xfrm>
              <a:off x="197226" y="784841"/>
              <a:ext cx="1053347" cy="1067462"/>
            </a:xfrm>
            <a:prstGeom prst="ellipse">
              <a:avLst/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8284"/>
                  </a:solidFill>
                </a:defRPr>
              </a:pPr>
            </a:p>
          </p:txBody>
        </p:sp>
        <p:sp>
          <p:nvSpPr>
            <p:cNvPr id="794" name="楕円"/>
            <p:cNvSpPr/>
            <p:nvPr/>
          </p:nvSpPr>
          <p:spPr>
            <a:xfrm>
              <a:off x="0" y="0"/>
              <a:ext cx="1438817" cy="1337280"/>
            </a:xfrm>
            <a:prstGeom prst="ellipse">
              <a:avLst/>
            </a:prstGeom>
            <a:solidFill>
              <a:srgbClr val="F0D9AC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796" name="線"/>
          <p:cNvSpPr/>
          <p:nvPr/>
        </p:nvSpPr>
        <p:spPr>
          <a:xfrm flipH="1" flipV="1">
            <a:off x="5044080" y="5188121"/>
            <a:ext cx="14295840" cy="1"/>
          </a:xfrm>
          <a:prstGeom prst="line">
            <a:avLst/>
          </a:prstGeom>
          <a:ln w="101600">
            <a:solidFill>
              <a:srgbClr val="000000"/>
            </a:solidFill>
            <a:custDash>
              <a:ds d="200000" sp="200000"/>
            </a:custDash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grpSp>
        <p:nvGrpSpPr>
          <p:cNvPr id="800" name="グループ"/>
          <p:cNvGrpSpPr/>
          <p:nvPr/>
        </p:nvGrpSpPr>
        <p:grpSpPr>
          <a:xfrm>
            <a:off x="1844052" y="5229089"/>
            <a:ext cx="538275" cy="1048022"/>
            <a:chOff x="0" y="0"/>
            <a:chExt cx="538273" cy="1048021"/>
          </a:xfrm>
        </p:grpSpPr>
        <p:sp>
          <p:nvSpPr>
            <p:cNvPr id="797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773F9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798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773F9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799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773F9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801" name="Aさん秘密鍵"/>
          <p:cNvSpPr txBox="1"/>
          <p:nvPr/>
        </p:nvSpPr>
        <p:spPr>
          <a:xfrm>
            <a:off x="731745" y="6502702"/>
            <a:ext cx="380682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Aさん秘密鍵</a:t>
            </a:r>
          </a:p>
        </p:txBody>
      </p:sp>
      <p:sp>
        <p:nvSpPr>
          <p:cNvPr id="802" name="Aさん公開鍵"/>
          <p:cNvSpPr txBox="1"/>
          <p:nvPr/>
        </p:nvSpPr>
        <p:spPr>
          <a:xfrm>
            <a:off x="731745" y="2873533"/>
            <a:ext cx="380682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Aさん公開鍵</a:t>
            </a:r>
          </a:p>
        </p:txBody>
      </p:sp>
      <p:sp>
        <p:nvSpPr>
          <p:cNvPr id="803" name="Bさん公開鍵"/>
          <p:cNvSpPr txBox="1"/>
          <p:nvPr/>
        </p:nvSpPr>
        <p:spPr>
          <a:xfrm>
            <a:off x="20166219" y="2594949"/>
            <a:ext cx="378269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Bさん公開鍵</a:t>
            </a:r>
          </a:p>
        </p:txBody>
      </p:sp>
      <p:sp>
        <p:nvSpPr>
          <p:cNvPr id="804" name="Bさん秘密鍵"/>
          <p:cNvSpPr txBox="1"/>
          <p:nvPr/>
        </p:nvSpPr>
        <p:spPr>
          <a:xfrm>
            <a:off x="20166219" y="6502702"/>
            <a:ext cx="378269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Bさん秘密鍵</a:t>
            </a:r>
          </a:p>
        </p:txBody>
      </p:sp>
      <p:grpSp>
        <p:nvGrpSpPr>
          <p:cNvPr id="808" name="グループ"/>
          <p:cNvGrpSpPr/>
          <p:nvPr/>
        </p:nvGrpSpPr>
        <p:grpSpPr>
          <a:xfrm>
            <a:off x="11294386" y="9321618"/>
            <a:ext cx="538275" cy="1048022"/>
            <a:chOff x="0" y="0"/>
            <a:chExt cx="538273" cy="1048021"/>
          </a:xfrm>
        </p:grpSpPr>
        <p:sp>
          <p:nvSpPr>
            <p:cNvPr id="805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06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807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812" name="グループ"/>
          <p:cNvGrpSpPr/>
          <p:nvPr/>
        </p:nvGrpSpPr>
        <p:grpSpPr>
          <a:xfrm>
            <a:off x="21788429" y="3631528"/>
            <a:ext cx="538275" cy="1048022"/>
            <a:chOff x="0" y="0"/>
            <a:chExt cx="538273" cy="1048021"/>
          </a:xfrm>
        </p:grpSpPr>
        <p:sp>
          <p:nvSpPr>
            <p:cNvPr id="809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10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811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816" name="グループ"/>
          <p:cNvGrpSpPr/>
          <p:nvPr/>
        </p:nvGrpSpPr>
        <p:grpSpPr>
          <a:xfrm>
            <a:off x="21788431" y="4937762"/>
            <a:ext cx="538274" cy="1048023"/>
            <a:chOff x="0" y="0"/>
            <a:chExt cx="538273" cy="1048022"/>
          </a:xfrm>
        </p:grpSpPr>
        <p:sp>
          <p:nvSpPr>
            <p:cNvPr id="813" name="円形"/>
            <p:cNvSpPr/>
            <p:nvPr/>
          </p:nvSpPr>
          <p:spPr>
            <a:xfrm>
              <a:off x="0" y="521092"/>
              <a:ext cx="526930" cy="526930"/>
            </a:xfrm>
            <a:prstGeom prst="ellipse">
              <a:avLst/>
            </a:prstGeom>
            <a:noFill/>
            <a:ln w="1270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14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815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817" name="線"/>
          <p:cNvSpPr/>
          <p:nvPr/>
        </p:nvSpPr>
        <p:spPr>
          <a:xfrm flipH="1">
            <a:off x="12189847" y="5135093"/>
            <a:ext cx="1" cy="4526522"/>
          </a:xfrm>
          <a:prstGeom prst="line">
            <a:avLst/>
          </a:prstGeom>
          <a:ln w="1016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sp>
        <p:nvSpPr>
          <p:cNvPr id="818" name="線"/>
          <p:cNvSpPr/>
          <p:nvPr/>
        </p:nvSpPr>
        <p:spPr>
          <a:xfrm>
            <a:off x="5843102" y="3773308"/>
            <a:ext cx="15376010" cy="1"/>
          </a:xfrm>
          <a:prstGeom prst="line">
            <a:avLst/>
          </a:prstGeom>
          <a:ln w="50800">
            <a:solidFill>
              <a:srgbClr val="000000"/>
            </a:solidFill>
            <a:miter lim="400000"/>
            <a:headEnd type="triangle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sp>
        <p:nvSpPr>
          <p:cNvPr id="819" name="線"/>
          <p:cNvSpPr/>
          <p:nvPr/>
        </p:nvSpPr>
        <p:spPr>
          <a:xfrm>
            <a:off x="2842742" y="4267073"/>
            <a:ext cx="15376011" cy="1"/>
          </a:xfrm>
          <a:prstGeom prst="line">
            <a:avLst/>
          </a:prstGeom>
          <a:ln w="50800">
            <a:solidFill>
              <a:srgbClr val="000000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grpSp>
        <p:nvGrpSpPr>
          <p:cNvPr id="823" name="グループ"/>
          <p:cNvGrpSpPr/>
          <p:nvPr/>
        </p:nvGrpSpPr>
        <p:grpSpPr>
          <a:xfrm>
            <a:off x="5013129" y="3080983"/>
            <a:ext cx="538274" cy="1048022"/>
            <a:chOff x="0" y="0"/>
            <a:chExt cx="538273" cy="1048021"/>
          </a:xfrm>
        </p:grpSpPr>
        <p:sp>
          <p:nvSpPr>
            <p:cNvPr id="820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21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822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827" name="グループ"/>
          <p:cNvGrpSpPr/>
          <p:nvPr/>
        </p:nvGrpSpPr>
        <p:grpSpPr>
          <a:xfrm>
            <a:off x="18814856" y="3852737"/>
            <a:ext cx="538274" cy="1048022"/>
            <a:chOff x="0" y="0"/>
            <a:chExt cx="538273" cy="1048021"/>
          </a:xfrm>
        </p:grpSpPr>
        <p:sp>
          <p:nvSpPr>
            <p:cNvPr id="824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25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826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828" name="公開鍵をお互いに取得する"/>
          <p:cNvSpPr txBox="1"/>
          <p:nvPr/>
        </p:nvSpPr>
        <p:spPr>
          <a:xfrm>
            <a:off x="14943346" y="9108142"/>
            <a:ext cx="8657520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marL="881944" indent="-881944" defTabSz="821531">
              <a:buSzPct val="100000"/>
              <a:buAutoNum type="arabicPeriod" startAt="1"/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公開鍵をお互いに取得する</a:t>
            </a:r>
          </a:p>
        </p:txBody>
      </p:sp>
      <p:grpSp>
        <p:nvGrpSpPr>
          <p:cNvPr id="832" name="グループ"/>
          <p:cNvGrpSpPr/>
          <p:nvPr/>
        </p:nvGrpSpPr>
        <p:grpSpPr>
          <a:xfrm>
            <a:off x="12547034" y="9321618"/>
            <a:ext cx="538274" cy="1048022"/>
            <a:chOff x="0" y="0"/>
            <a:chExt cx="538273" cy="1048021"/>
          </a:xfrm>
        </p:grpSpPr>
        <p:sp>
          <p:nvSpPr>
            <p:cNvPr id="829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30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831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836" name="グループ"/>
          <p:cNvGrpSpPr/>
          <p:nvPr/>
        </p:nvGrpSpPr>
        <p:grpSpPr>
          <a:xfrm>
            <a:off x="1971052" y="4043237"/>
            <a:ext cx="538275" cy="1048022"/>
            <a:chOff x="0" y="0"/>
            <a:chExt cx="538273" cy="1048021"/>
          </a:xfrm>
        </p:grpSpPr>
        <p:sp>
          <p:nvSpPr>
            <p:cNvPr id="833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34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835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837" name="第三者も公開鍵は取得できる"/>
          <p:cNvSpPr txBox="1"/>
          <p:nvPr/>
        </p:nvSpPr>
        <p:spPr>
          <a:xfrm>
            <a:off x="8280707" y="12585825"/>
            <a:ext cx="8410576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第三者も公開鍵は取得できる</a:t>
            </a:r>
          </a:p>
        </p:txBody>
      </p:sp>
      <p:grpSp>
        <p:nvGrpSpPr>
          <p:cNvPr id="859" name="グループ"/>
          <p:cNvGrpSpPr/>
          <p:nvPr/>
        </p:nvGrpSpPr>
        <p:grpSpPr>
          <a:xfrm>
            <a:off x="457853" y="7861017"/>
            <a:ext cx="6505576" cy="5540375"/>
            <a:chOff x="0" y="0"/>
            <a:chExt cx="6505575" cy="5540374"/>
          </a:xfrm>
        </p:grpSpPr>
        <p:sp>
          <p:nvSpPr>
            <p:cNvPr id="838" name="登場する鍵５つ…"/>
            <p:cNvSpPr txBox="1"/>
            <p:nvPr/>
          </p:nvSpPr>
          <p:spPr>
            <a:xfrm>
              <a:off x="0" y="0"/>
              <a:ext cx="6505575" cy="5540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1437" tIns="71437" rIns="71437" bIns="71437" numCol="1" anchor="t">
              <a:spAutoFit/>
            </a:bodyPr>
            <a:lstStyle/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登場する鍵５つ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Aさんの公開鍵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Aさんの秘密鍵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Bさんの公開鍵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Bさんの秘密鍵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生成される共通鍵</a:t>
              </a:r>
            </a:p>
          </p:txBody>
        </p:sp>
        <p:grpSp>
          <p:nvGrpSpPr>
            <p:cNvPr id="842" name="グループ"/>
            <p:cNvGrpSpPr/>
            <p:nvPr/>
          </p:nvGrpSpPr>
          <p:grpSpPr>
            <a:xfrm>
              <a:off x="428716" y="1007437"/>
              <a:ext cx="344179" cy="670118"/>
              <a:chOff x="0" y="0"/>
              <a:chExt cx="344178" cy="670116"/>
            </a:xfrm>
          </p:grpSpPr>
          <p:sp>
            <p:nvSpPr>
              <p:cNvPr id="839" name="円形"/>
              <p:cNvSpPr/>
              <p:nvPr/>
            </p:nvSpPr>
            <p:spPr>
              <a:xfrm>
                <a:off x="0" y="333191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rgbClr val="00882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840" name="線"/>
              <p:cNvSpPr/>
              <p:nvPr/>
            </p:nvSpPr>
            <p:spPr>
              <a:xfrm flipV="1">
                <a:off x="168462" y="-1"/>
                <a:ext cx="1" cy="336926"/>
              </a:xfrm>
              <a:prstGeom prst="line">
                <a:avLst/>
              </a:prstGeom>
              <a:noFill/>
              <a:ln w="127000" cap="flat">
                <a:solidFill>
                  <a:srgbClr val="00882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41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rgbClr val="00882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846" name="グループ"/>
            <p:cNvGrpSpPr/>
            <p:nvPr/>
          </p:nvGrpSpPr>
          <p:grpSpPr>
            <a:xfrm>
              <a:off x="407868" y="2857589"/>
              <a:ext cx="344180" cy="670117"/>
              <a:chOff x="0" y="0"/>
              <a:chExt cx="344178" cy="670116"/>
            </a:xfrm>
          </p:grpSpPr>
          <p:sp>
            <p:nvSpPr>
              <p:cNvPr id="843" name="円形"/>
              <p:cNvSpPr/>
              <p:nvPr/>
            </p:nvSpPr>
            <p:spPr>
              <a:xfrm>
                <a:off x="0" y="333191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rgbClr val="0365C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844" name="線"/>
              <p:cNvSpPr/>
              <p:nvPr/>
            </p:nvSpPr>
            <p:spPr>
              <a:xfrm flipV="1">
                <a:off x="168462" y="0"/>
                <a:ext cx="1" cy="336925"/>
              </a:xfrm>
              <a:prstGeom prst="line">
                <a:avLst/>
              </a:prstGeom>
              <a:noFill/>
              <a:ln w="127000" cap="flat">
                <a:solidFill>
                  <a:srgbClr val="0365C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45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rgbClr val="0365C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850" name="グループ"/>
            <p:cNvGrpSpPr/>
            <p:nvPr/>
          </p:nvGrpSpPr>
          <p:grpSpPr>
            <a:xfrm>
              <a:off x="403316" y="4766451"/>
              <a:ext cx="344179" cy="670118"/>
              <a:chOff x="0" y="0"/>
              <a:chExt cx="344178" cy="670117"/>
            </a:xfrm>
          </p:grpSpPr>
          <p:sp>
            <p:nvSpPr>
              <p:cNvPr id="847" name="円形"/>
              <p:cNvSpPr/>
              <p:nvPr/>
            </p:nvSpPr>
            <p:spPr>
              <a:xfrm>
                <a:off x="0" y="333192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chemeClr val="accent4">
                    <a:hueOff val="-1247790"/>
                    <a:lumOff val="-12326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848" name="線"/>
              <p:cNvSpPr/>
              <p:nvPr/>
            </p:nvSpPr>
            <p:spPr>
              <a:xfrm flipV="1">
                <a:off x="168462" y="-1"/>
                <a:ext cx="1" cy="336926"/>
              </a:xfrm>
              <a:prstGeom prst="line">
                <a:avLst/>
              </a:prstGeom>
              <a:noFill/>
              <a:ln w="127000" cap="flat">
                <a:solidFill>
                  <a:schemeClr val="accent4">
                    <a:hueOff val="-1247790"/>
                    <a:lumOff val="-12326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49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chemeClr val="accent4">
                    <a:hueOff val="-1247790"/>
                    <a:lumOff val="-12326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854" name="グループ"/>
            <p:cNvGrpSpPr/>
            <p:nvPr/>
          </p:nvGrpSpPr>
          <p:grpSpPr>
            <a:xfrm>
              <a:off x="403316" y="1918847"/>
              <a:ext cx="344179" cy="670117"/>
              <a:chOff x="0" y="0"/>
              <a:chExt cx="344178" cy="670116"/>
            </a:xfrm>
          </p:grpSpPr>
          <p:sp>
            <p:nvSpPr>
              <p:cNvPr id="851" name="円形"/>
              <p:cNvSpPr/>
              <p:nvPr/>
            </p:nvSpPr>
            <p:spPr>
              <a:xfrm>
                <a:off x="0" y="333191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rgbClr val="773F9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852" name="線"/>
              <p:cNvSpPr/>
              <p:nvPr/>
            </p:nvSpPr>
            <p:spPr>
              <a:xfrm flipV="1">
                <a:off x="168462" y="0"/>
                <a:ext cx="1" cy="336925"/>
              </a:xfrm>
              <a:prstGeom prst="line">
                <a:avLst/>
              </a:prstGeom>
              <a:noFill/>
              <a:ln w="127000" cap="flat">
                <a:solidFill>
                  <a:srgbClr val="773F9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53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rgbClr val="773F9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858" name="グループ"/>
            <p:cNvGrpSpPr/>
            <p:nvPr/>
          </p:nvGrpSpPr>
          <p:grpSpPr>
            <a:xfrm>
              <a:off x="398764" y="3812020"/>
              <a:ext cx="344179" cy="670118"/>
              <a:chOff x="0" y="0"/>
              <a:chExt cx="344178" cy="670116"/>
            </a:xfrm>
          </p:grpSpPr>
          <p:sp>
            <p:nvSpPr>
              <p:cNvPr id="855" name="円形"/>
              <p:cNvSpPr/>
              <p:nvPr/>
            </p:nvSpPr>
            <p:spPr>
              <a:xfrm>
                <a:off x="0" y="333191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856" name="線"/>
              <p:cNvSpPr/>
              <p:nvPr/>
            </p:nvSpPr>
            <p:spPr>
              <a:xfrm flipV="1">
                <a:off x="168462" y="-1"/>
                <a:ext cx="1" cy="336926"/>
              </a:xfrm>
              <a:prstGeom prst="line">
                <a:avLst/>
              </a:prstGeom>
              <a:noFill/>
              <a:ln w="1270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857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</p:grpSp>
    </p:spTree>
  </p:cSld>
  <p:clrMapOvr>
    <a:masterClrMapping/>
  </p:clrMapOvr>
  <p:transition xmlns:p14="http://schemas.microsoft.com/office/powerpoint/2010/main" spd="med" advClick="1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公開鍵暗号"/>
          <p:cNvSpPr txBox="1"/>
          <p:nvPr/>
        </p:nvSpPr>
        <p:spPr>
          <a:xfrm>
            <a:off x="804653" y="663525"/>
            <a:ext cx="22774694" cy="2259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>
              <a:lnSpc>
                <a:spcPct val="80000"/>
              </a:lnSpc>
              <a:defRPr spc="-159" sz="8000">
                <a:solidFill>
                  <a:srgbClr val="000000"/>
                </a:solidFill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公開鍵暗号</a:t>
            </a:r>
          </a:p>
        </p:txBody>
      </p:sp>
      <p:grpSp>
        <p:nvGrpSpPr>
          <p:cNvPr id="864" name="グループ"/>
          <p:cNvGrpSpPr/>
          <p:nvPr/>
        </p:nvGrpSpPr>
        <p:grpSpPr>
          <a:xfrm>
            <a:off x="2991642" y="4350533"/>
            <a:ext cx="1438817" cy="1852304"/>
            <a:chOff x="0" y="0"/>
            <a:chExt cx="1438816" cy="1852302"/>
          </a:xfrm>
        </p:grpSpPr>
        <p:sp>
          <p:nvSpPr>
            <p:cNvPr id="862" name="楕円"/>
            <p:cNvSpPr/>
            <p:nvPr/>
          </p:nvSpPr>
          <p:spPr>
            <a:xfrm>
              <a:off x="197226" y="784841"/>
              <a:ext cx="1053347" cy="1067462"/>
            </a:xfrm>
            <a:prstGeom prst="ellipse">
              <a:avLst/>
            </a:prstGeom>
            <a:blipFill rotWithShape="1">
              <a:blip r:embed="rId2"/>
              <a:srcRect l="0" t="0" r="0" b="0"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863" name="楕円"/>
            <p:cNvSpPr/>
            <p:nvPr/>
          </p:nvSpPr>
          <p:spPr>
            <a:xfrm>
              <a:off x="0" y="0"/>
              <a:ext cx="1438817" cy="1337280"/>
            </a:xfrm>
            <a:prstGeom prst="ellipse">
              <a:avLst/>
            </a:prstGeom>
            <a:solidFill>
              <a:srgbClr val="F0D9AC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867" name="グループ"/>
          <p:cNvGrpSpPr/>
          <p:nvPr/>
        </p:nvGrpSpPr>
        <p:grpSpPr>
          <a:xfrm>
            <a:off x="19949235" y="4261970"/>
            <a:ext cx="1438817" cy="1852304"/>
            <a:chOff x="0" y="0"/>
            <a:chExt cx="1438816" cy="1852302"/>
          </a:xfrm>
        </p:grpSpPr>
        <p:sp>
          <p:nvSpPr>
            <p:cNvPr id="865" name="楕円"/>
            <p:cNvSpPr/>
            <p:nvPr/>
          </p:nvSpPr>
          <p:spPr>
            <a:xfrm>
              <a:off x="197226" y="784841"/>
              <a:ext cx="1053347" cy="1067462"/>
            </a:xfrm>
            <a:prstGeom prst="ellipse">
              <a:avLst/>
            </a:prstGeom>
            <a:solidFill>
              <a:srgbClr val="EC5D57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8284"/>
                  </a:solidFill>
                </a:defRPr>
              </a:pPr>
            </a:p>
          </p:txBody>
        </p:sp>
        <p:sp>
          <p:nvSpPr>
            <p:cNvPr id="866" name="楕円"/>
            <p:cNvSpPr/>
            <p:nvPr/>
          </p:nvSpPr>
          <p:spPr>
            <a:xfrm>
              <a:off x="0" y="0"/>
              <a:ext cx="1438817" cy="1337280"/>
            </a:xfrm>
            <a:prstGeom prst="ellipse">
              <a:avLst/>
            </a:prstGeom>
            <a:solidFill>
              <a:srgbClr val="F0D9AC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870" name="グループ"/>
          <p:cNvGrpSpPr/>
          <p:nvPr/>
        </p:nvGrpSpPr>
        <p:grpSpPr>
          <a:xfrm>
            <a:off x="11603052" y="10635512"/>
            <a:ext cx="1438817" cy="1852303"/>
            <a:chOff x="0" y="0"/>
            <a:chExt cx="1438816" cy="1852302"/>
          </a:xfrm>
        </p:grpSpPr>
        <p:sp>
          <p:nvSpPr>
            <p:cNvPr id="868" name="楕円"/>
            <p:cNvSpPr/>
            <p:nvPr/>
          </p:nvSpPr>
          <p:spPr>
            <a:xfrm>
              <a:off x="197226" y="784841"/>
              <a:ext cx="1053347" cy="1067462"/>
            </a:xfrm>
            <a:prstGeom prst="ellipse">
              <a:avLst/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8284"/>
                  </a:solidFill>
                </a:defRPr>
              </a:pPr>
            </a:p>
          </p:txBody>
        </p:sp>
        <p:sp>
          <p:nvSpPr>
            <p:cNvPr id="869" name="楕円"/>
            <p:cNvSpPr/>
            <p:nvPr/>
          </p:nvSpPr>
          <p:spPr>
            <a:xfrm>
              <a:off x="0" y="0"/>
              <a:ext cx="1438817" cy="1337280"/>
            </a:xfrm>
            <a:prstGeom prst="ellipse">
              <a:avLst/>
            </a:prstGeom>
            <a:solidFill>
              <a:srgbClr val="F0D9AC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871" name="線"/>
          <p:cNvSpPr/>
          <p:nvPr/>
        </p:nvSpPr>
        <p:spPr>
          <a:xfrm flipH="1" flipV="1">
            <a:off x="5044080" y="5188121"/>
            <a:ext cx="14295840" cy="1"/>
          </a:xfrm>
          <a:prstGeom prst="line">
            <a:avLst/>
          </a:prstGeom>
          <a:ln w="101600">
            <a:solidFill>
              <a:srgbClr val="000000"/>
            </a:solidFill>
            <a:custDash>
              <a:ds d="200000" sp="200000"/>
            </a:custDash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grpSp>
        <p:nvGrpSpPr>
          <p:cNvPr id="875" name="グループ"/>
          <p:cNvGrpSpPr/>
          <p:nvPr/>
        </p:nvGrpSpPr>
        <p:grpSpPr>
          <a:xfrm>
            <a:off x="1844052" y="5229089"/>
            <a:ext cx="538275" cy="1048022"/>
            <a:chOff x="0" y="0"/>
            <a:chExt cx="538273" cy="1048021"/>
          </a:xfrm>
        </p:grpSpPr>
        <p:sp>
          <p:nvSpPr>
            <p:cNvPr id="872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773F9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73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773F9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874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773F9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876" name="Aさん秘密鍵"/>
          <p:cNvSpPr txBox="1"/>
          <p:nvPr/>
        </p:nvSpPr>
        <p:spPr>
          <a:xfrm>
            <a:off x="731745" y="6502702"/>
            <a:ext cx="380682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Aさん秘密鍵</a:t>
            </a:r>
          </a:p>
        </p:txBody>
      </p:sp>
      <p:sp>
        <p:nvSpPr>
          <p:cNvPr id="877" name="Aさん公開鍵"/>
          <p:cNvSpPr txBox="1"/>
          <p:nvPr/>
        </p:nvSpPr>
        <p:spPr>
          <a:xfrm>
            <a:off x="731745" y="2873533"/>
            <a:ext cx="380682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Aさん公開鍵</a:t>
            </a:r>
          </a:p>
        </p:txBody>
      </p:sp>
      <p:sp>
        <p:nvSpPr>
          <p:cNvPr id="878" name="Bさん公開鍵"/>
          <p:cNvSpPr txBox="1"/>
          <p:nvPr/>
        </p:nvSpPr>
        <p:spPr>
          <a:xfrm>
            <a:off x="20166219" y="2594949"/>
            <a:ext cx="378269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Bさん公開鍵</a:t>
            </a:r>
          </a:p>
        </p:txBody>
      </p:sp>
      <p:sp>
        <p:nvSpPr>
          <p:cNvPr id="879" name="Bさん秘密鍵"/>
          <p:cNvSpPr txBox="1"/>
          <p:nvPr/>
        </p:nvSpPr>
        <p:spPr>
          <a:xfrm>
            <a:off x="20166219" y="6502702"/>
            <a:ext cx="378269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Bさん秘密鍵</a:t>
            </a:r>
          </a:p>
        </p:txBody>
      </p:sp>
      <p:grpSp>
        <p:nvGrpSpPr>
          <p:cNvPr id="883" name="グループ"/>
          <p:cNvGrpSpPr/>
          <p:nvPr/>
        </p:nvGrpSpPr>
        <p:grpSpPr>
          <a:xfrm>
            <a:off x="11294386" y="9321618"/>
            <a:ext cx="538275" cy="1048022"/>
            <a:chOff x="0" y="0"/>
            <a:chExt cx="538273" cy="1048021"/>
          </a:xfrm>
        </p:grpSpPr>
        <p:sp>
          <p:nvSpPr>
            <p:cNvPr id="880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81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882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887" name="グループ"/>
          <p:cNvGrpSpPr/>
          <p:nvPr/>
        </p:nvGrpSpPr>
        <p:grpSpPr>
          <a:xfrm>
            <a:off x="21788429" y="3631528"/>
            <a:ext cx="538275" cy="1048022"/>
            <a:chOff x="0" y="0"/>
            <a:chExt cx="538273" cy="1048021"/>
          </a:xfrm>
        </p:grpSpPr>
        <p:sp>
          <p:nvSpPr>
            <p:cNvPr id="884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85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886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891" name="グループ"/>
          <p:cNvGrpSpPr/>
          <p:nvPr/>
        </p:nvGrpSpPr>
        <p:grpSpPr>
          <a:xfrm>
            <a:off x="21788431" y="4937762"/>
            <a:ext cx="538274" cy="1048023"/>
            <a:chOff x="0" y="0"/>
            <a:chExt cx="538273" cy="1048022"/>
          </a:xfrm>
        </p:grpSpPr>
        <p:sp>
          <p:nvSpPr>
            <p:cNvPr id="888" name="円形"/>
            <p:cNvSpPr/>
            <p:nvPr/>
          </p:nvSpPr>
          <p:spPr>
            <a:xfrm>
              <a:off x="0" y="521092"/>
              <a:ext cx="526930" cy="526930"/>
            </a:xfrm>
            <a:prstGeom prst="ellipse">
              <a:avLst/>
            </a:prstGeom>
            <a:noFill/>
            <a:ln w="1270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89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890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892" name="線"/>
          <p:cNvSpPr/>
          <p:nvPr/>
        </p:nvSpPr>
        <p:spPr>
          <a:xfrm flipH="1">
            <a:off x="12189847" y="5135093"/>
            <a:ext cx="1" cy="4526522"/>
          </a:xfrm>
          <a:prstGeom prst="line">
            <a:avLst/>
          </a:prstGeom>
          <a:ln w="1016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grpSp>
        <p:nvGrpSpPr>
          <p:cNvPr id="896" name="グループ"/>
          <p:cNvGrpSpPr/>
          <p:nvPr/>
        </p:nvGrpSpPr>
        <p:grpSpPr>
          <a:xfrm>
            <a:off x="5013129" y="3080983"/>
            <a:ext cx="538274" cy="1048022"/>
            <a:chOff x="0" y="0"/>
            <a:chExt cx="538273" cy="1048021"/>
          </a:xfrm>
        </p:grpSpPr>
        <p:sp>
          <p:nvSpPr>
            <p:cNvPr id="893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94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895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897" name="公開鍵をお互いに取得する…"/>
          <p:cNvSpPr txBox="1"/>
          <p:nvPr/>
        </p:nvSpPr>
        <p:spPr>
          <a:xfrm>
            <a:off x="14943346" y="9108141"/>
            <a:ext cx="8657520" cy="1730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>
            <a:spAutoFit/>
          </a:bodyPr>
          <a:lstStyle/>
          <a:p>
            <a:pPr marL="881944" indent="-881944" defTabSz="821531">
              <a:buSzPct val="100000"/>
              <a:buAutoNum type="arabicPeriod" startAt="1"/>
              <a:defRPr sz="5000">
                <a:solidFill>
                  <a:srgbClr val="000000"/>
                </a:solidFill>
              </a:defRPr>
            </a:pPr>
            <a:r>
              <a:t>公開鍵をお互いに取得する</a:t>
            </a:r>
          </a:p>
          <a:p>
            <a:pPr marL="881944" indent="-881944" algn="l" defTabSz="821531">
              <a:buSzPct val="100000"/>
              <a:buAutoNum type="arabicPeriod" startAt="1"/>
              <a:defRPr sz="5000">
                <a:solidFill>
                  <a:srgbClr val="000000"/>
                </a:solidFill>
              </a:defRPr>
            </a:pPr>
            <a:r>
              <a:t>共通鍵をお互いで生成する</a:t>
            </a:r>
          </a:p>
        </p:txBody>
      </p:sp>
      <p:grpSp>
        <p:nvGrpSpPr>
          <p:cNvPr id="901" name="グループ"/>
          <p:cNvGrpSpPr/>
          <p:nvPr/>
        </p:nvGrpSpPr>
        <p:grpSpPr>
          <a:xfrm>
            <a:off x="12547034" y="9321618"/>
            <a:ext cx="538274" cy="1048022"/>
            <a:chOff x="0" y="0"/>
            <a:chExt cx="538273" cy="1048021"/>
          </a:xfrm>
        </p:grpSpPr>
        <p:sp>
          <p:nvSpPr>
            <p:cNvPr id="898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899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900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905" name="グループ"/>
          <p:cNvGrpSpPr/>
          <p:nvPr/>
        </p:nvGrpSpPr>
        <p:grpSpPr>
          <a:xfrm>
            <a:off x="1971052" y="4043237"/>
            <a:ext cx="538275" cy="1048022"/>
            <a:chOff x="0" y="0"/>
            <a:chExt cx="538273" cy="1048021"/>
          </a:xfrm>
        </p:grpSpPr>
        <p:sp>
          <p:nvSpPr>
            <p:cNvPr id="902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903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904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906" name="第三者は共通鍵を生成できない"/>
          <p:cNvSpPr txBox="1"/>
          <p:nvPr/>
        </p:nvSpPr>
        <p:spPr>
          <a:xfrm>
            <a:off x="7963207" y="12585825"/>
            <a:ext cx="9045576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第三者は共通鍵を生成できない</a:t>
            </a:r>
          </a:p>
        </p:txBody>
      </p:sp>
      <p:grpSp>
        <p:nvGrpSpPr>
          <p:cNvPr id="910" name="グループ"/>
          <p:cNvGrpSpPr/>
          <p:nvPr/>
        </p:nvGrpSpPr>
        <p:grpSpPr>
          <a:xfrm>
            <a:off x="18814856" y="3852737"/>
            <a:ext cx="538274" cy="1048022"/>
            <a:chOff x="0" y="0"/>
            <a:chExt cx="538273" cy="1048021"/>
          </a:xfrm>
        </p:grpSpPr>
        <p:sp>
          <p:nvSpPr>
            <p:cNvPr id="907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908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909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914" name="グループ"/>
          <p:cNvGrpSpPr/>
          <p:nvPr/>
        </p:nvGrpSpPr>
        <p:grpSpPr>
          <a:xfrm>
            <a:off x="5338670" y="5478539"/>
            <a:ext cx="538275" cy="1048023"/>
            <a:chOff x="0" y="0"/>
            <a:chExt cx="538273" cy="1048021"/>
          </a:xfrm>
        </p:grpSpPr>
        <p:sp>
          <p:nvSpPr>
            <p:cNvPr id="911" name="円形"/>
            <p:cNvSpPr/>
            <p:nvPr/>
          </p:nvSpPr>
          <p:spPr>
            <a:xfrm>
              <a:off x="0" y="521092"/>
              <a:ext cx="526930" cy="526930"/>
            </a:xfrm>
            <a:prstGeom prst="ellips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912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913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918" name="グループ"/>
          <p:cNvGrpSpPr/>
          <p:nvPr/>
        </p:nvGrpSpPr>
        <p:grpSpPr>
          <a:xfrm>
            <a:off x="18502749" y="5491356"/>
            <a:ext cx="538275" cy="1048023"/>
            <a:chOff x="0" y="0"/>
            <a:chExt cx="538273" cy="1048021"/>
          </a:xfrm>
        </p:grpSpPr>
        <p:sp>
          <p:nvSpPr>
            <p:cNvPr id="915" name="円形"/>
            <p:cNvSpPr/>
            <p:nvPr/>
          </p:nvSpPr>
          <p:spPr>
            <a:xfrm>
              <a:off x="0" y="521092"/>
              <a:ext cx="526930" cy="526930"/>
            </a:xfrm>
            <a:prstGeom prst="ellips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916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917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919" name="線"/>
          <p:cNvSpPr/>
          <p:nvPr/>
        </p:nvSpPr>
        <p:spPr>
          <a:xfrm flipV="1">
            <a:off x="19287858" y="5681834"/>
            <a:ext cx="2205607" cy="457088"/>
          </a:xfrm>
          <a:prstGeom prst="line">
            <a:avLst/>
          </a:prstGeom>
          <a:ln w="50800">
            <a:solidFill>
              <a:srgbClr val="000000"/>
            </a:solidFill>
            <a:miter lim="400000"/>
            <a:headEnd type="triangle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sp>
        <p:nvSpPr>
          <p:cNvPr id="920" name="線"/>
          <p:cNvSpPr/>
          <p:nvPr/>
        </p:nvSpPr>
        <p:spPr>
          <a:xfrm flipH="1" flipV="1">
            <a:off x="19544259" y="4755167"/>
            <a:ext cx="492826" cy="121927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sp>
        <p:nvSpPr>
          <p:cNvPr id="921" name="線"/>
          <p:cNvSpPr/>
          <p:nvPr/>
        </p:nvSpPr>
        <p:spPr>
          <a:xfrm flipH="1" flipV="1">
            <a:off x="2610824" y="5768677"/>
            <a:ext cx="2503963" cy="442291"/>
          </a:xfrm>
          <a:prstGeom prst="line">
            <a:avLst/>
          </a:prstGeom>
          <a:ln w="50800">
            <a:solidFill>
              <a:srgbClr val="000000"/>
            </a:solidFill>
            <a:miter lim="400000"/>
            <a:headEnd type="triangle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sp>
        <p:nvSpPr>
          <p:cNvPr id="922" name="線"/>
          <p:cNvSpPr/>
          <p:nvPr/>
        </p:nvSpPr>
        <p:spPr>
          <a:xfrm flipV="1">
            <a:off x="4365477" y="4335745"/>
            <a:ext cx="725761" cy="178434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grpSp>
        <p:nvGrpSpPr>
          <p:cNvPr id="944" name="グループ"/>
          <p:cNvGrpSpPr/>
          <p:nvPr/>
        </p:nvGrpSpPr>
        <p:grpSpPr>
          <a:xfrm>
            <a:off x="457853" y="7861017"/>
            <a:ext cx="6505576" cy="5540375"/>
            <a:chOff x="0" y="0"/>
            <a:chExt cx="6505575" cy="5540374"/>
          </a:xfrm>
        </p:grpSpPr>
        <p:sp>
          <p:nvSpPr>
            <p:cNvPr id="923" name="登場する鍵５つ…"/>
            <p:cNvSpPr txBox="1"/>
            <p:nvPr/>
          </p:nvSpPr>
          <p:spPr>
            <a:xfrm>
              <a:off x="0" y="0"/>
              <a:ext cx="6505575" cy="5540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1437" tIns="71437" rIns="71437" bIns="71437" numCol="1" anchor="t">
              <a:spAutoFit/>
            </a:bodyPr>
            <a:lstStyle/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登場する鍵５つ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Aさんの公開鍵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Aさんの秘密鍵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Bさんの公開鍵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Bさんの秘密鍵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生成される共通鍵</a:t>
              </a:r>
            </a:p>
          </p:txBody>
        </p:sp>
        <p:grpSp>
          <p:nvGrpSpPr>
            <p:cNvPr id="927" name="グループ"/>
            <p:cNvGrpSpPr/>
            <p:nvPr/>
          </p:nvGrpSpPr>
          <p:grpSpPr>
            <a:xfrm>
              <a:off x="428716" y="1007437"/>
              <a:ext cx="344179" cy="670118"/>
              <a:chOff x="0" y="0"/>
              <a:chExt cx="344178" cy="670116"/>
            </a:xfrm>
          </p:grpSpPr>
          <p:sp>
            <p:nvSpPr>
              <p:cNvPr id="924" name="円形"/>
              <p:cNvSpPr/>
              <p:nvPr/>
            </p:nvSpPr>
            <p:spPr>
              <a:xfrm>
                <a:off x="0" y="333191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rgbClr val="00882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925" name="線"/>
              <p:cNvSpPr/>
              <p:nvPr/>
            </p:nvSpPr>
            <p:spPr>
              <a:xfrm flipV="1">
                <a:off x="168462" y="-1"/>
                <a:ext cx="1" cy="336926"/>
              </a:xfrm>
              <a:prstGeom prst="line">
                <a:avLst/>
              </a:prstGeom>
              <a:noFill/>
              <a:ln w="127000" cap="flat">
                <a:solidFill>
                  <a:srgbClr val="00882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26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rgbClr val="00882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931" name="グループ"/>
            <p:cNvGrpSpPr/>
            <p:nvPr/>
          </p:nvGrpSpPr>
          <p:grpSpPr>
            <a:xfrm>
              <a:off x="407868" y="2857589"/>
              <a:ext cx="344180" cy="670117"/>
              <a:chOff x="0" y="0"/>
              <a:chExt cx="344178" cy="670116"/>
            </a:xfrm>
          </p:grpSpPr>
          <p:sp>
            <p:nvSpPr>
              <p:cNvPr id="928" name="円形"/>
              <p:cNvSpPr/>
              <p:nvPr/>
            </p:nvSpPr>
            <p:spPr>
              <a:xfrm>
                <a:off x="0" y="333191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rgbClr val="0365C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929" name="線"/>
              <p:cNvSpPr/>
              <p:nvPr/>
            </p:nvSpPr>
            <p:spPr>
              <a:xfrm flipV="1">
                <a:off x="168462" y="0"/>
                <a:ext cx="1" cy="336925"/>
              </a:xfrm>
              <a:prstGeom prst="line">
                <a:avLst/>
              </a:prstGeom>
              <a:noFill/>
              <a:ln w="127000" cap="flat">
                <a:solidFill>
                  <a:srgbClr val="0365C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30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rgbClr val="0365C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935" name="グループ"/>
            <p:cNvGrpSpPr/>
            <p:nvPr/>
          </p:nvGrpSpPr>
          <p:grpSpPr>
            <a:xfrm>
              <a:off x="403316" y="4766451"/>
              <a:ext cx="344179" cy="670118"/>
              <a:chOff x="0" y="0"/>
              <a:chExt cx="344178" cy="670117"/>
            </a:xfrm>
          </p:grpSpPr>
          <p:sp>
            <p:nvSpPr>
              <p:cNvPr id="932" name="円形"/>
              <p:cNvSpPr/>
              <p:nvPr/>
            </p:nvSpPr>
            <p:spPr>
              <a:xfrm>
                <a:off x="0" y="333192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chemeClr val="accent4">
                    <a:hueOff val="-1247790"/>
                    <a:lumOff val="-12326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933" name="線"/>
              <p:cNvSpPr/>
              <p:nvPr/>
            </p:nvSpPr>
            <p:spPr>
              <a:xfrm flipV="1">
                <a:off x="168462" y="-1"/>
                <a:ext cx="1" cy="336926"/>
              </a:xfrm>
              <a:prstGeom prst="line">
                <a:avLst/>
              </a:prstGeom>
              <a:noFill/>
              <a:ln w="127000" cap="flat">
                <a:solidFill>
                  <a:schemeClr val="accent4">
                    <a:hueOff val="-1247790"/>
                    <a:lumOff val="-12326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34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chemeClr val="accent4">
                    <a:hueOff val="-1247790"/>
                    <a:lumOff val="-12326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939" name="グループ"/>
            <p:cNvGrpSpPr/>
            <p:nvPr/>
          </p:nvGrpSpPr>
          <p:grpSpPr>
            <a:xfrm>
              <a:off x="403316" y="1918847"/>
              <a:ext cx="344179" cy="670117"/>
              <a:chOff x="0" y="0"/>
              <a:chExt cx="344178" cy="670116"/>
            </a:xfrm>
          </p:grpSpPr>
          <p:sp>
            <p:nvSpPr>
              <p:cNvPr id="936" name="円形"/>
              <p:cNvSpPr/>
              <p:nvPr/>
            </p:nvSpPr>
            <p:spPr>
              <a:xfrm>
                <a:off x="0" y="333191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rgbClr val="773F9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937" name="線"/>
              <p:cNvSpPr/>
              <p:nvPr/>
            </p:nvSpPr>
            <p:spPr>
              <a:xfrm flipV="1">
                <a:off x="168462" y="0"/>
                <a:ext cx="1" cy="336925"/>
              </a:xfrm>
              <a:prstGeom prst="line">
                <a:avLst/>
              </a:prstGeom>
              <a:noFill/>
              <a:ln w="127000" cap="flat">
                <a:solidFill>
                  <a:srgbClr val="773F9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38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rgbClr val="773F9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943" name="グループ"/>
            <p:cNvGrpSpPr/>
            <p:nvPr/>
          </p:nvGrpSpPr>
          <p:grpSpPr>
            <a:xfrm>
              <a:off x="398764" y="3812020"/>
              <a:ext cx="344179" cy="670118"/>
              <a:chOff x="0" y="0"/>
              <a:chExt cx="344178" cy="670116"/>
            </a:xfrm>
          </p:grpSpPr>
          <p:sp>
            <p:nvSpPr>
              <p:cNvPr id="940" name="円形"/>
              <p:cNvSpPr/>
              <p:nvPr/>
            </p:nvSpPr>
            <p:spPr>
              <a:xfrm>
                <a:off x="0" y="333191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941" name="線"/>
              <p:cNvSpPr/>
              <p:nvPr/>
            </p:nvSpPr>
            <p:spPr>
              <a:xfrm flipV="1">
                <a:off x="168462" y="-1"/>
                <a:ext cx="1" cy="336926"/>
              </a:xfrm>
              <a:prstGeom prst="line">
                <a:avLst/>
              </a:prstGeom>
              <a:noFill/>
              <a:ln w="1270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42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</p:grpSp>
      <p:sp>
        <p:nvSpPr>
          <p:cNvPr id="945" name="共通鍵"/>
          <p:cNvSpPr txBox="1"/>
          <p:nvPr/>
        </p:nvSpPr>
        <p:spPr>
          <a:xfrm>
            <a:off x="6221637" y="5848016"/>
            <a:ext cx="2019301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共通鍵</a:t>
            </a:r>
          </a:p>
        </p:txBody>
      </p:sp>
      <p:sp>
        <p:nvSpPr>
          <p:cNvPr id="946" name="共通鍵"/>
          <p:cNvSpPr txBox="1"/>
          <p:nvPr/>
        </p:nvSpPr>
        <p:spPr>
          <a:xfrm>
            <a:off x="16236615" y="5797039"/>
            <a:ext cx="2019301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共通鍵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公開鍵暗号"/>
          <p:cNvSpPr txBox="1"/>
          <p:nvPr/>
        </p:nvSpPr>
        <p:spPr>
          <a:xfrm>
            <a:off x="804653" y="663525"/>
            <a:ext cx="22774694" cy="2259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normAutofit fontScale="100000" lnSpcReduction="0"/>
          </a:bodyPr>
          <a:lstStyle>
            <a:lvl1pPr>
              <a:lnSpc>
                <a:spcPct val="80000"/>
              </a:lnSpc>
              <a:defRPr spc="-159" sz="8000">
                <a:solidFill>
                  <a:srgbClr val="000000"/>
                </a:solidFill>
                <a:latin typeface="+mn-lt"/>
                <a:ea typeface="+mn-ea"/>
                <a:cs typeface="+mn-cs"/>
                <a:sym typeface="ヒラギノ角ゴ ProN W6"/>
              </a:defRPr>
            </a:lvl1pPr>
          </a:lstStyle>
          <a:p>
            <a:pPr/>
            <a:r>
              <a:t>公開鍵暗号</a:t>
            </a:r>
          </a:p>
        </p:txBody>
      </p:sp>
      <p:grpSp>
        <p:nvGrpSpPr>
          <p:cNvPr id="951" name="グループ"/>
          <p:cNvGrpSpPr/>
          <p:nvPr/>
        </p:nvGrpSpPr>
        <p:grpSpPr>
          <a:xfrm>
            <a:off x="2991642" y="4350533"/>
            <a:ext cx="1438817" cy="1852304"/>
            <a:chOff x="0" y="0"/>
            <a:chExt cx="1438816" cy="1852302"/>
          </a:xfrm>
        </p:grpSpPr>
        <p:sp>
          <p:nvSpPr>
            <p:cNvPr id="949" name="楕円"/>
            <p:cNvSpPr/>
            <p:nvPr/>
          </p:nvSpPr>
          <p:spPr>
            <a:xfrm>
              <a:off x="197226" y="784841"/>
              <a:ext cx="1053347" cy="1067462"/>
            </a:xfrm>
            <a:prstGeom prst="ellipse">
              <a:avLst/>
            </a:prstGeom>
            <a:blipFill rotWithShape="1">
              <a:blip r:embed="rId2"/>
              <a:srcRect l="0" t="0" r="0" b="0"/>
              <a:tile tx="0" ty="0" sx="100000" sy="100000" flip="none" algn="tl"/>
            </a:blip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950" name="楕円"/>
            <p:cNvSpPr/>
            <p:nvPr/>
          </p:nvSpPr>
          <p:spPr>
            <a:xfrm>
              <a:off x="0" y="0"/>
              <a:ext cx="1438817" cy="1337280"/>
            </a:xfrm>
            <a:prstGeom prst="ellipse">
              <a:avLst/>
            </a:prstGeom>
            <a:solidFill>
              <a:srgbClr val="F0D9AC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954" name="グループ"/>
          <p:cNvGrpSpPr/>
          <p:nvPr/>
        </p:nvGrpSpPr>
        <p:grpSpPr>
          <a:xfrm>
            <a:off x="19949235" y="4261970"/>
            <a:ext cx="1438817" cy="1852304"/>
            <a:chOff x="0" y="0"/>
            <a:chExt cx="1438816" cy="1852302"/>
          </a:xfrm>
        </p:grpSpPr>
        <p:sp>
          <p:nvSpPr>
            <p:cNvPr id="952" name="楕円"/>
            <p:cNvSpPr/>
            <p:nvPr/>
          </p:nvSpPr>
          <p:spPr>
            <a:xfrm>
              <a:off x="197226" y="784841"/>
              <a:ext cx="1053347" cy="1067462"/>
            </a:xfrm>
            <a:prstGeom prst="ellipse">
              <a:avLst/>
            </a:prstGeom>
            <a:solidFill>
              <a:srgbClr val="EC5D57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8284"/>
                  </a:solidFill>
                </a:defRPr>
              </a:pPr>
            </a:p>
          </p:txBody>
        </p:sp>
        <p:sp>
          <p:nvSpPr>
            <p:cNvPr id="953" name="楕円"/>
            <p:cNvSpPr/>
            <p:nvPr/>
          </p:nvSpPr>
          <p:spPr>
            <a:xfrm>
              <a:off x="0" y="0"/>
              <a:ext cx="1438817" cy="1337280"/>
            </a:xfrm>
            <a:prstGeom prst="ellipse">
              <a:avLst/>
            </a:prstGeom>
            <a:solidFill>
              <a:srgbClr val="F0D9AC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grpSp>
        <p:nvGrpSpPr>
          <p:cNvPr id="957" name="グループ"/>
          <p:cNvGrpSpPr/>
          <p:nvPr/>
        </p:nvGrpSpPr>
        <p:grpSpPr>
          <a:xfrm>
            <a:off x="11603052" y="10635512"/>
            <a:ext cx="1438817" cy="1852303"/>
            <a:chOff x="0" y="0"/>
            <a:chExt cx="1438816" cy="1852302"/>
          </a:xfrm>
        </p:grpSpPr>
        <p:sp>
          <p:nvSpPr>
            <p:cNvPr id="955" name="楕円"/>
            <p:cNvSpPr/>
            <p:nvPr/>
          </p:nvSpPr>
          <p:spPr>
            <a:xfrm>
              <a:off x="197226" y="784841"/>
              <a:ext cx="1053347" cy="1067462"/>
            </a:xfrm>
            <a:prstGeom prst="ellipse">
              <a:avLst/>
            </a:prstGeom>
            <a:solidFill>
              <a:srgbClr val="53585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8284"/>
                  </a:solidFill>
                </a:defRPr>
              </a:pPr>
            </a:p>
          </p:txBody>
        </p:sp>
        <p:sp>
          <p:nvSpPr>
            <p:cNvPr id="956" name="楕円"/>
            <p:cNvSpPr/>
            <p:nvPr/>
          </p:nvSpPr>
          <p:spPr>
            <a:xfrm>
              <a:off x="0" y="0"/>
              <a:ext cx="1438817" cy="1337280"/>
            </a:xfrm>
            <a:prstGeom prst="ellipse">
              <a:avLst/>
            </a:prstGeom>
            <a:solidFill>
              <a:srgbClr val="F0D9AC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 defTabSz="821531">
                <a:defRPr sz="3200">
                  <a:solidFill>
                    <a:srgbClr val="FFFFFF"/>
                  </a:solidFill>
                </a:defRPr>
              </a:pPr>
            </a:p>
          </p:txBody>
        </p:sp>
      </p:grpSp>
      <p:sp>
        <p:nvSpPr>
          <p:cNvPr id="958" name="線"/>
          <p:cNvSpPr/>
          <p:nvPr/>
        </p:nvSpPr>
        <p:spPr>
          <a:xfrm flipH="1" flipV="1">
            <a:off x="5044080" y="5188121"/>
            <a:ext cx="14295840" cy="1"/>
          </a:xfrm>
          <a:prstGeom prst="line">
            <a:avLst/>
          </a:prstGeom>
          <a:ln w="101600">
            <a:solidFill>
              <a:srgbClr val="000000"/>
            </a:solidFill>
            <a:miter lim="400000"/>
            <a:headEnd type="triangle"/>
            <a:tailEnd type="triangle"/>
          </a:ln>
        </p:spPr>
        <p:txBody>
          <a:bodyPr lIns="50800" tIns="50800" rIns="50800" bIns="50800" anchor="ctr"/>
          <a:lstStyle/>
          <a:p>
            <a:pPr/>
          </a:p>
        </p:txBody>
      </p:sp>
      <p:grpSp>
        <p:nvGrpSpPr>
          <p:cNvPr id="962" name="グループ"/>
          <p:cNvGrpSpPr/>
          <p:nvPr/>
        </p:nvGrpSpPr>
        <p:grpSpPr>
          <a:xfrm>
            <a:off x="1844052" y="5229089"/>
            <a:ext cx="538275" cy="1048022"/>
            <a:chOff x="0" y="0"/>
            <a:chExt cx="538273" cy="1048021"/>
          </a:xfrm>
        </p:grpSpPr>
        <p:sp>
          <p:nvSpPr>
            <p:cNvPr id="959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773F9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960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773F9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961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773F9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963" name="Aさん秘密鍵"/>
          <p:cNvSpPr txBox="1"/>
          <p:nvPr/>
        </p:nvSpPr>
        <p:spPr>
          <a:xfrm>
            <a:off x="731745" y="6502702"/>
            <a:ext cx="380682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Aさん秘密鍵</a:t>
            </a:r>
          </a:p>
        </p:txBody>
      </p:sp>
      <p:sp>
        <p:nvSpPr>
          <p:cNvPr id="964" name="Aさん公開鍵"/>
          <p:cNvSpPr txBox="1"/>
          <p:nvPr/>
        </p:nvSpPr>
        <p:spPr>
          <a:xfrm>
            <a:off x="731745" y="2873533"/>
            <a:ext cx="380682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Aさん公開鍵</a:t>
            </a:r>
          </a:p>
        </p:txBody>
      </p:sp>
      <p:sp>
        <p:nvSpPr>
          <p:cNvPr id="965" name="Bさん公開鍵"/>
          <p:cNvSpPr txBox="1"/>
          <p:nvPr/>
        </p:nvSpPr>
        <p:spPr>
          <a:xfrm>
            <a:off x="20166219" y="2594949"/>
            <a:ext cx="378269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Bさん公開鍵</a:t>
            </a:r>
          </a:p>
        </p:txBody>
      </p:sp>
      <p:sp>
        <p:nvSpPr>
          <p:cNvPr id="966" name="Bさん秘密鍵"/>
          <p:cNvSpPr txBox="1"/>
          <p:nvPr/>
        </p:nvSpPr>
        <p:spPr>
          <a:xfrm>
            <a:off x="20166219" y="6502702"/>
            <a:ext cx="3782696" cy="777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Bさん秘密鍵</a:t>
            </a:r>
          </a:p>
        </p:txBody>
      </p:sp>
      <p:grpSp>
        <p:nvGrpSpPr>
          <p:cNvPr id="970" name="グループ"/>
          <p:cNvGrpSpPr/>
          <p:nvPr/>
        </p:nvGrpSpPr>
        <p:grpSpPr>
          <a:xfrm>
            <a:off x="11294386" y="9321618"/>
            <a:ext cx="538275" cy="1048022"/>
            <a:chOff x="0" y="0"/>
            <a:chExt cx="538273" cy="1048021"/>
          </a:xfrm>
        </p:grpSpPr>
        <p:sp>
          <p:nvSpPr>
            <p:cNvPr id="967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968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969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974" name="グループ"/>
          <p:cNvGrpSpPr/>
          <p:nvPr/>
        </p:nvGrpSpPr>
        <p:grpSpPr>
          <a:xfrm>
            <a:off x="21788429" y="3631528"/>
            <a:ext cx="538275" cy="1048022"/>
            <a:chOff x="0" y="0"/>
            <a:chExt cx="538273" cy="1048021"/>
          </a:xfrm>
        </p:grpSpPr>
        <p:sp>
          <p:nvSpPr>
            <p:cNvPr id="971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972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973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996" name="グループ"/>
          <p:cNvGrpSpPr/>
          <p:nvPr/>
        </p:nvGrpSpPr>
        <p:grpSpPr>
          <a:xfrm>
            <a:off x="457853" y="7861017"/>
            <a:ext cx="6505576" cy="5540375"/>
            <a:chOff x="0" y="0"/>
            <a:chExt cx="6505575" cy="5540374"/>
          </a:xfrm>
        </p:grpSpPr>
        <p:sp>
          <p:nvSpPr>
            <p:cNvPr id="975" name="登場する鍵５つ…"/>
            <p:cNvSpPr txBox="1"/>
            <p:nvPr/>
          </p:nvSpPr>
          <p:spPr>
            <a:xfrm>
              <a:off x="0" y="0"/>
              <a:ext cx="6505575" cy="55403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71437" tIns="71437" rIns="71437" bIns="71437" numCol="1" anchor="t">
              <a:spAutoFit/>
            </a:bodyPr>
            <a:lstStyle/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登場する鍵５つ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Aさんの公開鍵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Aさんの秘密鍵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Bさんの公開鍵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Bさんの秘密鍵</a:t>
              </a:r>
            </a:p>
            <a:p>
              <a:pPr algn="l" defTabSz="821531">
                <a:defRPr sz="5000">
                  <a:solidFill>
                    <a:srgbClr val="000000"/>
                  </a:solidFill>
                </a:defRPr>
              </a:pPr>
              <a:r>
                <a:t>　　生成される共通鍵</a:t>
              </a:r>
            </a:p>
          </p:txBody>
        </p:sp>
        <p:grpSp>
          <p:nvGrpSpPr>
            <p:cNvPr id="979" name="グループ"/>
            <p:cNvGrpSpPr/>
            <p:nvPr/>
          </p:nvGrpSpPr>
          <p:grpSpPr>
            <a:xfrm>
              <a:off x="428716" y="1007437"/>
              <a:ext cx="344179" cy="670118"/>
              <a:chOff x="0" y="0"/>
              <a:chExt cx="344178" cy="670116"/>
            </a:xfrm>
          </p:grpSpPr>
          <p:sp>
            <p:nvSpPr>
              <p:cNvPr id="976" name="円形"/>
              <p:cNvSpPr/>
              <p:nvPr/>
            </p:nvSpPr>
            <p:spPr>
              <a:xfrm>
                <a:off x="0" y="333191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rgbClr val="00882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977" name="線"/>
              <p:cNvSpPr/>
              <p:nvPr/>
            </p:nvSpPr>
            <p:spPr>
              <a:xfrm flipV="1">
                <a:off x="168462" y="-1"/>
                <a:ext cx="1" cy="336926"/>
              </a:xfrm>
              <a:prstGeom prst="line">
                <a:avLst/>
              </a:prstGeom>
              <a:noFill/>
              <a:ln w="127000" cap="flat">
                <a:solidFill>
                  <a:srgbClr val="00882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78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rgbClr val="00882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983" name="グループ"/>
            <p:cNvGrpSpPr/>
            <p:nvPr/>
          </p:nvGrpSpPr>
          <p:grpSpPr>
            <a:xfrm>
              <a:off x="407868" y="2857589"/>
              <a:ext cx="344180" cy="670117"/>
              <a:chOff x="0" y="0"/>
              <a:chExt cx="344178" cy="670116"/>
            </a:xfrm>
          </p:grpSpPr>
          <p:sp>
            <p:nvSpPr>
              <p:cNvPr id="980" name="円形"/>
              <p:cNvSpPr/>
              <p:nvPr/>
            </p:nvSpPr>
            <p:spPr>
              <a:xfrm>
                <a:off x="0" y="333191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rgbClr val="0365C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981" name="線"/>
              <p:cNvSpPr/>
              <p:nvPr/>
            </p:nvSpPr>
            <p:spPr>
              <a:xfrm flipV="1">
                <a:off x="168462" y="0"/>
                <a:ext cx="1" cy="336925"/>
              </a:xfrm>
              <a:prstGeom prst="line">
                <a:avLst/>
              </a:prstGeom>
              <a:noFill/>
              <a:ln w="127000" cap="flat">
                <a:solidFill>
                  <a:srgbClr val="0365C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82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rgbClr val="0365C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987" name="グループ"/>
            <p:cNvGrpSpPr/>
            <p:nvPr/>
          </p:nvGrpSpPr>
          <p:grpSpPr>
            <a:xfrm>
              <a:off x="403316" y="4766451"/>
              <a:ext cx="344179" cy="670118"/>
              <a:chOff x="0" y="0"/>
              <a:chExt cx="344178" cy="670117"/>
            </a:xfrm>
          </p:grpSpPr>
          <p:sp>
            <p:nvSpPr>
              <p:cNvPr id="984" name="円形"/>
              <p:cNvSpPr/>
              <p:nvPr/>
            </p:nvSpPr>
            <p:spPr>
              <a:xfrm>
                <a:off x="0" y="333192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chemeClr val="accent4">
                    <a:hueOff val="-1247790"/>
                    <a:lumOff val="-12326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985" name="線"/>
              <p:cNvSpPr/>
              <p:nvPr/>
            </p:nvSpPr>
            <p:spPr>
              <a:xfrm flipV="1">
                <a:off x="168462" y="-1"/>
                <a:ext cx="1" cy="336926"/>
              </a:xfrm>
              <a:prstGeom prst="line">
                <a:avLst/>
              </a:prstGeom>
              <a:noFill/>
              <a:ln w="127000" cap="flat">
                <a:solidFill>
                  <a:schemeClr val="accent4">
                    <a:hueOff val="-1247790"/>
                    <a:lumOff val="-12326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86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chemeClr val="accent4">
                    <a:hueOff val="-1247790"/>
                    <a:lumOff val="-12326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991" name="グループ"/>
            <p:cNvGrpSpPr/>
            <p:nvPr/>
          </p:nvGrpSpPr>
          <p:grpSpPr>
            <a:xfrm>
              <a:off x="403316" y="1918847"/>
              <a:ext cx="344179" cy="670117"/>
              <a:chOff x="0" y="0"/>
              <a:chExt cx="344178" cy="670116"/>
            </a:xfrm>
          </p:grpSpPr>
          <p:sp>
            <p:nvSpPr>
              <p:cNvPr id="988" name="円形"/>
              <p:cNvSpPr/>
              <p:nvPr/>
            </p:nvSpPr>
            <p:spPr>
              <a:xfrm>
                <a:off x="0" y="333191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rgbClr val="773F9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989" name="線"/>
              <p:cNvSpPr/>
              <p:nvPr/>
            </p:nvSpPr>
            <p:spPr>
              <a:xfrm flipV="1">
                <a:off x="168462" y="0"/>
                <a:ext cx="1" cy="336925"/>
              </a:xfrm>
              <a:prstGeom prst="line">
                <a:avLst/>
              </a:prstGeom>
              <a:noFill/>
              <a:ln w="127000" cap="flat">
                <a:solidFill>
                  <a:srgbClr val="773F9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90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rgbClr val="773F9B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  <p:grpSp>
          <p:nvGrpSpPr>
            <p:cNvPr id="995" name="グループ"/>
            <p:cNvGrpSpPr/>
            <p:nvPr/>
          </p:nvGrpSpPr>
          <p:grpSpPr>
            <a:xfrm>
              <a:off x="398764" y="3812020"/>
              <a:ext cx="344179" cy="670118"/>
              <a:chOff x="0" y="0"/>
              <a:chExt cx="344178" cy="670116"/>
            </a:xfrm>
          </p:grpSpPr>
          <p:sp>
            <p:nvSpPr>
              <p:cNvPr id="992" name="円形"/>
              <p:cNvSpPr/>
              <p:nvPr/>
            </p:nvSpPr>
            <p:spPr>
              <a:xfrm>
                <a:off x="0" y="333191"/>
                <a:ext cx="336925" cy="336926"/>
              </a:xfrm>
              <a:prstGeom prst="ellipse">
                <a:avLst/>
              </a:prstGeom>
              <a:noFill/>
              <a:ln w="1270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 defTabSz="825500">
                  <a:defRPr sz="3200">
                    <a:solidFill>
                      <a:srgbClr val="000000"/>
                    </a:solidFill>
                  </a:defRPr>
                </a:pPr>
              </a:p>
            </p:txBody>
          </p:sp>
          <p:sp>
            <p:nvSpPr>
              <p:cNvPr id="993" name="線"/>
              <p:cNvSpPr/>
              <p:nvPr/>
            </p:nvSpPr>
            <p:spPr>
              <a:xfrm flipV="1">
                <a:off x="168462" y="-1"/>
                <a:ext cx="1" cy="336926"/>
              </a:xfrm>
              <a:prstGeom prst="line">
                <a:avLst/>
              </a:prstGeom>
              <a:noFill/>
              <a:ln w="1270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  <p:sp>
            <p:nvSpPr>
              <p:cNvPr id="994" name="線"/>
              <p:cNvSpPr/>
              <p:nvPr/>
            </p:nvSpPr>
            <p:spPr>
              <a:xfrm>
                <a:off x="133001" y="168462"/>
                <a:ext cx="211178" cy="1"/>
              </a:xfrm>
              <a:prstGeom prst="line">
                <a:avLst/>
              </a:prstGeom>
              <a:noFill/>
              <a:ln w="127000" cap="flat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/>
              </a:p>
            </p:txBody>
          </p:sp>
        </p:grpSp>
      </p:grpSp>
      <p:grpSp>
        <p:nvGrpSpPr>
          <p:cNvPr id="1000" name="グループ"/>
          <p:cNvGrpSpPr/>
          <p:nvPr/>
        </p:nvGrpSpPr>
        <p:grpSpPr>
          <a:xfrm>
            <a:off x="21788431" y="4937762"/>
            <a:ext cx="538274" cy="1048023"/>
            <a:chOff x="0" y="0"/>
            <a:chExt cx="538273" cy="1048022"/>
          </a:xfrm>
        </p:grpSpPr>
        <p:sp>
          <p:nvSpPr>
            <p:cNvPr id="997" name="円形"/>
            <p:cNvSpPr/>
            <p:nvPr/>
          </p:nvSpPr>
          <p:spPr>
            <a:xfrm>
              <a:off x="0" y="521092"/>
              <a:ext cx="526930" cy="526930"/>
            </a:xfrm>
            <a:prstGeom prst="ellipse">
              <a:avLst/>
            </a:prstGeom>
            <a:noFill/>
            <a:ln w="1270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998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999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chemeClr val="accent5">
                  <a:hueOff val="-82419"/>
                  <a:satOff val="-9513"/>
                  <a:lumOff val="-16343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1001" name="線"/>
          <p:cNvSpPr/>
          <p:nvPr/>
        </p:nvSpPr>
        <p:spPr>
          <a:xfrm flipH="1">
            <a:off x="12189847" y="5135093"/>
            <a:ext cx="1" cy="4526522"/>
          </a:xfrm>
          <a:prstGeom prst="line">
            <a:avLst/>
          </a:prstGeom>
          <a:ln w="1016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/>
          </a:p>
        </p:txBody>
      </p:sp>
      <p:grpSp>
        <p:nvGrpSpPr>
          <p:cNvPr id="1005" name="グループ"/>
          <p:cNvGrpSpPr/>
          <p:nvPr/>
        </p:nvGrpSpPr>
        <p:grpSpPr>
          <a:xfrm>
            <a:off x="5013129" y="3080983"/>
            <a:ext cx="538274" cy="1048022"/>
            <a:chOff x="0" y="0"/>
            <a:chExt cx="538273" cy="1048021"/>
          </a:xfrm>
        </p:grpSpPr>
        <p:sp>
          <p:nvSpPr>
            <p:cNvPr id="1002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003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004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1006" name="公開鍵をお互いに取得する…"/>
          <p:cNvSpPr txBox="1"/>
          <p:nvPr/>
        </p:nvSpPr>
        <p:spPr>
          <a:xfrm>
            <a:off x="14943346" y="9108141"/>
            <a:ext cx="8657520" cy="2682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>
            <a:spAutoFit/>
          </a:bodyPr>
          <a:lstStyle/>
          <a:p>
            <a:pPr marL="881944" indent="-881944" defTabSz="821531">
              <a:buSzPct val="100000"/>
              <a:buAutoNum type="arabicPeriod" startAt="1"/>
              <a:defRPr sz="5000">
                <a:solidFill>
                  <a:srgbClr val="000000"/>
                </a:solidFill>
              </a:defRPr>
            </a:pPr>
            <a:r>
              <a:t>公開鍵をお互いに取得する</a:t>
            </a:r>
          </a:p>
          <a:p>
            <a:pPr marL="881944" indent="-881944" algn="l" defTabSz="821531">
              <a:buSzPct val="100000"/>
              <a:buAutoNum type="arabicPeriod" startAt="1"/>
              <a:defRPr sz="5000">
                <a:solidFill>
                  <a:srgbClr val="000000"/>
                </a:solidFill>
              </a:defRPr>
            </a:pPr>
            <a:r>
              <a:t>共通鍵をお互いで生成する</a:t>
            </a:r>
          </a:p>
          <a:p>
            <a:pPr marL="881944" indent="-881944" algn="l" defTabSz="821531">
              <a:buSzPct val="100000"/>
              <a:buAutoNum type="arabicPeriod" startAt="1"/>
              <a:defRPr sz="5000">
                <a:solidFill>
                  <a:srgbClr val="000000"/>
                </a:solidFill>
              </a:defRPr>
            </a:pPr>
            <a:r>
              <a:t>共通鍵で通信できる</a:t>
            </a:r>
          </a:p>
        </p:txBody>
      </p:sp>
      <p:grpSp>
        <p:nvGrpSpPr>
          <p:cNvPr id="1010" name="グループ"/>
          <p:cNvGrpSpPr/>
          <p:nvPr/>
        </p:nvGrpSpPr>
        <p:grpSpPr>
          <a:xfrm>
            <a:off x="12547034" y="9321618"/>
            <a:ext cx="538274" cy="1048022"/>
            <a:chOff x="0" y="0"/>
            <a:chExt cx="538273" cy="1048021"/>
          </a:xfrm>
        </p:grpSpPr>
        <p:sp>
          <p:nvSpPr>
            <p:cNvPr id="1007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008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009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365C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1014" name="グループ"/>
          <p:cNvGrpSpPr/>
          <p:nvPr/>
        </p:nvGrpSpPr>
        <p:grpSpPr>
          <a:xfrm>
            <a:off x="1971052" y="4043237"/>
            <a:ext cx="538275" cy="1048022"/>
            <a:chOff x="0" y="0"/>
            <a:chExt cx="538273" cy="1048021"/>
          </a:xfrm>
        </p:grpSpPr>
        <p:sp>
          <p:nvSpPr>
            <p:cNvPr id="1011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012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013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1015" name="第三者は共通鍵を生成できない"/>
          <p:cNvSpPr txBox="1"/>
          <p:nvPr/>
        </p:nvSpPr>
        <p:spPr>
          <a:xfrm>
            <a:off x="7963207" y="12585825"/>
            <a:ext cx="9045576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第三者は共通鍵を生成できない</a:t>
            </a:r>
          </a:p>
        </p:txBody>
      </p:sp>
      <p:grpSp>
        <p:nvGrpSpPr>
          <p:cNvPr id="1019" name="グループ"/>
          <p:cNvGrpSpPr/>
          <p:nvPr/>
        </p:nvGrpSpPr>
        <p:grpSpPr>
          <a:xfrm>
            <a:off x="18814856" y="3852737"/>
            <a:ext cx="538274" cy="1048022"/>
            <a:chOff x="0" y="0"/>
            <a:chExt cx="538273" cy="1048021"/>
          </a:xfrm>
        </p:grpSpPr>
        <p:sp>
          <p:nvSpPr>
            <p:cNvPr id="1016" name="円形"/>
            <p:cNvSpPr/>
            <p:nvPr/>
          </p:nvSpPr>
          <p:spPr>
            <a:xfrm>
              <a:off x="0" y="521091"/>
              <a:ext cx="526930" cy="526931"/>
            </a:xfrm>
            <a:prstGeom prst="ellips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017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018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rgbClr val="00882B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1023" name="グループ"/>
          <p:cNvGrpSpPr/>
          <p:nvPr/>
        </p:nvGrpSpPr>
        <p:grpSpPr>
          <a:xfrm>
            <a:off x="5338670" y="5478539"/>
            <a:ext cx="538275" cy="1048023"/>
            <a:chOff x="0" y="0"/>
            <a:chExt cx="538273" cy="1048021"/>
          </a:xfrm>
        </p:grpSpPr>
        <p:sp>
          <p:nvSpPr>
            <p:cNvPr id="1020" name="円形"/>
            <p:cNvSpPr/>
            <p:nvPr/>
          </p:nvSpPr>
          <p:spPr>
            <a:xfrm>
              <a:off x="0" y="521092"/>
              <a:ext cx="526930" cy="526930"/>
            </a:xfrm>
            <a:prstGeom prst="ellips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021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022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grpSp>
        <p:nvGrpSpPr>
          <p:cNvPr id="1027" name="グループ"/>
          <p:cNvGrpSpPr/>
          <p:nvPr/>
        </p:nvGrpSpPr>
        <p:grpSpPr>
          <a:xfrm>
            <a:off x="18502749" y="5491356"/>
            <a:ext cx="538275" cy="1048023"/>
            <a:chOff x="0" y="0"/>
            <a:chExt cx="538273" cy="1048021"/>
          </a:xfrm>
        </p:grpSpPr>
        <p:sp>
          <p:nvSpPr>
            <p:cNvPr id="1024" name="円形"/>
            <p:cNvSpPr/>
            <p:nvPr/>
          </p:nvSpPr>
          <p:spPr>
            <a:xfrm>
              <a:off x="0" y="521092"/>
              <a:ext cx="526930" cy="526930"/>
            </a:xfrm>
            <a:prstGeom prst="ellips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825500">
                <a:defRPr sz="3200">
                  <a:solidFill>
                    <a:srgbClr val="000000"/>
                  </a:solidFill>
                </a:defRPr>
              </a:pPr>
            </a:p>
          </p:txBody>
        </p:sp>
        <p:sp>
          <p:nvSpPr>
            <p:cNvPr id="1025" name="線"/>
            <p:cNvSpPr/>
            <p:nvPr/>
          </p:nvSpPr>
          <p:spPr>
            <a:xfrm flipV="1">
              <a:off x="263464" y="-1"/>
              <a:ext cx="1" cy="526931"/>
            </a:xfrm>
            <a:prstGeom prst="lin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026" name="線"/>
            <p:cNvSpPr/>
            <p:nvPr/>
          </p:nvSpPr>
          <p:spPr>
            <a:xfrm>
              <a:off x="208005" y="263464"/>
              <a:ext cx="330269" cy="1"/>
            </a:xfrm>
            <a:prstGeom prst="line">
              <a:avLst/>
            </a:prstGeom>
            <a:noFill/>
            <a:ln w="127000" cap="flat">
              <a:solidFill>
                <a:schemeClr val="accent4">
                  <a:hueOff val="-1247790"/>
                  <a:lumOff val="-12326"/>
                </a:schemeClr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1028" name="線"/>
          <p:cNvSpPr/>
          <p:nvPr/>
        </p:nvSpPr>
        <p:spPr>
          <a:xfrm flipV="1">
            <a:off x="19287858" y="5681834"/>
            <a:ext cx="2205607" cy="457088"/>
          </a:xfrm>
          <a:prstGeom prst="line">
            <a:avLst/>
          </a:prstGeom>
          <a:ln w="50800">
            <a:solidFill>
              <a:srgbClr val="000000"/>
            </a:solidFill>
            <a:miter lim="400000"/>
            <a:headEnd type="triangle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sp>
        <p:nvSpPr>
          <p:cNvPr id="1029" name="線"/>
          <p:cNvSpPr/>
          <p:nvPr/>
        </p:nvSpPr>
        <p:spPr>
          <a:xfrm flipH="1" flipV="1">
            <a:off x="19544259" y="4755167"/>
            <a:ext cx="492826" cy="121927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sp>
        <p:nvSpPr>
          <p:cNvPr id="1030" name="線"/>
          <p:cNvSpPr/>
          <p:nvPr/>
        </p:nvSpPr>
        <p:spPr>
          <a:xfrm flipH="1" flipV="1">
            <a:off x="2610824" y="5768677"/>
            <a:ext cx="2503963" cy="442291"/>
          </a:xfrm>
          <a:prstGeom prst="line">
            <a:avLst/>
          </a:prstGeom>
          <a:ln w="50800">
            <a:solidFill>
              <a:srgbClr val="000000"/>
            </a:solidFill>
            <a:miter lim="400000"/>
            <a:headEnd type="triangle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sp>
        <p:nvSpPr>
          <p:cNvPr id="1031" name="線"/>
          <p:cNvSpPr/>
          <p:nvPr/>
        </p:nvSpPr>
        <p:spPr>
          <a:xfrm flipV="1">
            <a:off x="4365477" y="4335745"/>
            <a:ext cx="725761" cy="1784341"/>
          </a:xfrm>
          <a:prstGeom prst="line">
            <a:avLst/>
          </a:prstGeom>
          <a:ln w="50800">
            <a:solidFill>
              <a:srgbClr val="000000"/>
            </a:solidFill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200">
                <a:solidFill>
                  <a:srgbClr val="000000"/>
                </a:solidFill>
              </a:defRPr>
            </a:pPr>
          </a:p>
        </p:txBody>
      </p:sp>
      <p:grpSp>
        <p:nvGrpSpPr>
          <p:cNvPr id="1034" name="グループ"/>
          <p:cNvGrpSpPr/>
          <p:nvPr/>
        </p:nvGrpSpPr>
        <p:grpSpPr>
          <a:xfrm>
            <a:off x="11284060" y="6732708"/>
            <a:ext cx="1815880" cy="1815879"/>
            <a:chOff x="0" y="0"/>
            <a:chExt cx="1815878" cy="1815877"/>
          </a:xfrm>
        </p:grpSpPr>
        <p:sp>
          <p:nvSpPr>
            <p:cNvPr id="1032" name="線"/>
            <p:cNvSpPr/>
            <p:nvPr/>
          </p:nvSpPr>
          <p:spPr>
            <a:xfrm>
              <a:off x="0" y="0"/>
              <a:ext cx="1815879" cy="1815879"/>
            </a:xfrm>
            <a:prstGeom prst="line">
              <a:avLst/>
            </a:prstGeom>
            <a:noFill/>
            <a:ln w="381000" cap="flat">
              <a:solidFill>
                <a:srgbClr val="C82506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  <p:sp>
          <p:nvSpPr>
            <p:cNvPr id="1033" name="線"/>
            <p:cNvSpPr/>
            <p:nvPr/>
          </p:nvSpPr>
          <p:spPr>
            <a:xfrm flipH="1">
              <a:off x="0" y="0"/>
              <a:ext cx="1815879" cy="1815879"/>
            </a:xfrm>
            <a:prstGeom prst="line">
              <a:avLst/>
            </a:prstGeom>
            <a:noFill/>
            <a:ln w="381000" cap="flat">
              <a:solidFill>
                <a:srgbClr val="C82506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/>
            </a:p>
          </p:txBody>
        </p:sp>
      </p:grpSp>
      <p:sp>
        <p:nvSpPr>
          <p:cNvPr id="1035" name="共通鍵を渡さず、暗号通信"/>
          <p:cNvSpPr txBox="1"/>
          <p:nvPr/>
        </p:nvSpPr>
        <p:spPr>
          <a:xfrm>
            <a:off x="8395443" y="3896490"/>
            <a:ext cx="7686676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共通鍵を渡さず、暗号通信</a:t>
            </a:r>
          </a:p>
        </p:txBody>
      </p:sp>
      <p:sp>
        <p:nvSpPr>
          <p:cNvPr id="1036" name="共通鍵"/>
          <p:cNvSpPr txBox="1"/>
          <p:nvPr/>
        </p:nvSpPr>
        <p:spPr>
          <a:xfrm>
            <a:off x="6221637" y="5848016"/>
            <a:ext cx="2019301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共通鍵</a:t>
            </a:r>
          </a:p>
        </p:txBody>
      </p:sp>
      <p:sp>
        <p:nvSpPr>
          <p:cNvPr id="1037" name="共通鍵"/>
          <p:cNvSpPr txBox="1"/>
          <p:nvPr/>
        </p:nvSpPr>
        <p:spPr>
          <a:xfrm>
            <a:off x="16236615" y="5797039"/>
            <a:ext cx="2019301" cy="736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821531">
              <a:defRPr sz="5000">
                <a:solidFill>
                  <a:srgbClr val="000000"/>
                </a:solidFill>
              </a:defRPr>
            </a:lvl1pPr>
          </a:lstStyle>
          <a:p>
            <a:pPr/>
            <a:r>
              <a:t>共通鍵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公開鍵暗号、スゴイ！…"/>
          <p:cNvSpPr txBox="1"/>
          <p:nvPr>
            <p:ph type="ctrTitle"/>
          </p:nvPr>
        </p:nvSpPr>
        <p:spPr>
          <a:xfrm>
            <a:off x="1206498" y="1095706"/>
            <a:ext cx="21971004" cy="11524587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t>公開鍵暗号、スゴイ！</a:t>
            </a:r>
          </a:p>
          <a:p>
            <a:pPr algn="ctr"/>
          </a:p>
          <a:p>
            <a:pPr algn="ctr"/>
            <a:r>
              <a:t>興味があったら調べてみてね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安全の鍵は…"/>
          <p:cNvSpPr txBox="1"/>
          <p:nvPr>
            <p:ph type="ctrTitle"/>
          </p:nvPr>
        </p:nvSpPr>
        <p:spPr>
          <a:xfrm>
            <a:off x="844432" y="2113741"/>
            <a:ext cx="22695136" cy="9488518"/>
          </a:xfrm>
          <a:prstGeom prst="rect">
            <a:avLst/>
          </a:prstGeom>
        </p:spPr>
        <p:txBody>
          <a:bodyPr anchor="ctr"/>
          <a:lstStyle/>
          <a:p>
            <a:pPr algn="ctr">
              <a:defRPr spc="-300" sz="15000"/>
            </a:pPr>
            <a:r>
              <a:t>安全の鍵は</a:t>
            </a:r>
          </a:p>
          <a:p>
            <a:pPr algn="ctr">
              <a:defRPr spc="-300" sz="15000"/>
            </a:pPr>
            <a:r>
              <a:t>公開鍵暗号 と F=ma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コンピューターとネットワークも知って…"/>
          <p:cNvSpPr txBox="1"/>
          <p:nvPr>
            <p:ph type="ctrTitle"/>
          </p:nvPr>
        </p:nvSpPr>
        <p:spPr>
          <a:xfrm>
            <a:off x="844432" y="1483302"/>
            <a:ext cx="22695136" cy="10749396"/>
          </a:xfrm>
          <a:prstGeom prst="rect">
            <a:avLst/>
          </a:prstGeom>
        </p:spPr>
        <p:txBody>
          <a:bodyPr anchor="ctr"/>
          <a:lstStyle/>
          <a:p>
            <a:pPr algn="ctr">
              <a:defRPr spc="-200" sz="10000"/>
            </a:pPr>
            <a:r>
              <a:t>コンピューターとネットワークも知って</a:t>
            </a:r>
          </a:p>
          <a:p>
            <a:pPr algn="ctr">
              <a:defRPr spc="-200" sz="10000"/>
            </a:pPr>
            <a:r>
              <a:t>安全に楽しくつくろう！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ヒラギノ角ゴ ProN W6"/>
        <a:ea typeface="ヒラギノ角ゴ ProN W6"/>
        <a:cs typeface="ヒラギノ角ゴ ProN W6"/>
      </a:majorFont>
      <a:minorFont>
        <a:latin typeface="ヒラギノ角ゴ ProN W6"/>
        <a:ea typeface="ヒラギノ角ゴ ProN W6"/>
        <a:cs typeface="ヒラギノ角ゴ ProN W6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ヒラギノ角ゴ ProN W6"/>
        <a:ea typeface="ヒラギノ角ゴ ProN W6"/>
        <a:cs typeface="ヒラギノ角ゴ ProN W6"/>
      </a:majorFont>
      <a:minorFont>
        <a:latin typeface="ヒラギノ角ゴ ProN W6"/>
        <a:ea typeface="ヒラギノ角ゴ ProN W6"/>
        <a:cs typeface="ヒラギノ角ゴ ProN W6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ヒラギノ角ゴ ProN W3"/>
            <a:ea typeface="ヒラギノ角ゴ ProN W3"/>
            <a:cs typeface="ヒラギノ角ゴ ProN W3"/>
            <a:sym typeface="ヒラギノ角ゴ ProN W3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